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8" r:id="rId2"/>
    <p:sldId id="307" r:id="rId3"/>
    <p:sldId id="309" r:id="rId4"/>
    <p:sldId id="310" r:id="rId5"/>
    <p:sldId id="311" r:id="rId6"/>
    <p:sldId id="312" r:id="rId7"/>
    <p:sldId id="313" r:id="rId8"/>
    <p:sldId id="314" r:id="rId9"/>
    <p:sldId id="315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DBEF"/>
    <a:srgbClr val="7DB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58"/>
    <p:restoredTop sz="94676"/>
  </p:normalViewPr>
  <p:slideViewPr>
    <p:cSldViewPr snapToGrid="0">
      <p:cViewPr varScale="1">
        <p:scale>
          <a:sx n="114" d="100"/>
          <a:sy n="114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3" Type="http://schemas.openxmlformats.org/officeDocument/2006/relationships/image" Target="../media/image3.png"/><Relationship Id="rId21" Type="http://schemas.openxmlformats.org/officeDocument/2006/relationships/image" Target="../media/image21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" Type="http://schemas.openxmlformats.org/officeDocument/2006/relationships/image" Target="../media/image2.png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12" Type="http://schemas.openxmlformats.org/officeDocument/2006/relationships/image" Target="../media/image17.emf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11" Type="http://schemas.openxmlformats.org/officeDocument/2006/relationships/image" Target="../media/image16.emf"/><Relationship Id="rId5" Type="http://schemas.openxmlformats.org/officeDocument/2006/relationships/image" Target="../media/image5.emf"/><Relationship Id="rId10" Type="http://schemas.openxmlformats.org/officeDocument/2006/relationships/image" Target="../media/image15.emf"/><Relationship Id="rId4" Type="http://schemas.openxmlformats.org/officeDocument/2006/relationships/image" Target="../media/image4.emf"/><Relationship Id="rId9" Type="http://schemas.openxmlformats.org/officeDocument/2006/relationships/image" Target="../media/image14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emf"/><Relationship Id="rId11" Type="http://schemas.openxmlformats.org/officeDocument/2006/relationships/image" Target="../media/image17.emf"/><Relationship Id="rId5" Type="http://schemas.openxmlformats.org/officeDocument/2006/relationships/image" Target="../media/image6.emf"/><Relationship Id="rId10" Type="http://schemas.openxmlformats.org/officeDocument/2006/relationships/image" Target="../media/image16.emf"/><Relationship Id="rId4" Type="http://schemas.openxmlformats.org/officeDocument/2006/relationships/image" Target="../media/image5.emf"/><Relationship Id="rId9" Type="http://schemas.openxmlformats.org/officeDocument/2006/relationships/image" Target="../media/image15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png"/><Relationship Id="rId7" Type="http://schemas.openxmlformats.org/officeDocument/2006/relationships/image" Target="../media/image7.emf"/><Relationship Id="rId12" Type="http://schemas.openxmlformats.org/officeDocument/2006/relationships/image" Target="../media/image17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emf"/><Relationship Id="rId11" Type="http://schemas.openxmlformats.org/officeDocument/2006/relationships/image" Target="../media/image16.emf"/><Relationship Id="rId5" Type="http://schemas.openxmlformats.org/officeDocument/2006/relationships/image" Target="../media/image5.emf"/><Relationship Id="rId10" Type="http://schemas.openxmlformats.org/officeDocument/2006/relationships/image" Target="../media/image15.emf"/><Relationship Id="rId4" Type="http://schemas.openxmlformats.org/officeDocument/2006/relationships/image" Target="../media/image4.emf"/><Relationship Id="rId9" Type="http://schemas.openxmlformats.org/officeDocument/2006/relationships/image" Target="../media/image14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k_vlak">
            <a:extLst>
              <a:ext uri="{FF2B5EF4-FFF2-40B4-BE49-F238E27FC236}">
                <a16:creationId xmlns:a16="http://schemas.microsoft.com/office/drawing/2014/main" id="{FD6249E6-C9FD-4EF6-B438-71564D8C31FC}"/>
              </a:ext>
            </a:extLst>
          </p:cNvPr>
          <p:cNvSpPr/>
          <p:nvPr userDrawn="1"/>
        </p:nvSpPr>
        <p:spPr>
          <a:xfrm>
            <a:off x="0" y="0"/>
            <a:ext cx="6096000" cy="3903879"/>
          </a:xfrm>
          <a:custGeom>
            <a:avLst/>
            <a:gdLst>
              <a:gd name="connsiteX0" fmla="*/ 0 w 6096000"/>
              <a:gd name="connsiteY0" fmla="*/ 0 h 3903879"/>
              <a:gd name="connsiteX1" fmla="*/ 5791961 w 6096000"/>
              <a:gd name="connsiteY1" fmla="*/ 0 h 3903879"/>
              <a:gd name="connsiteX2" fmla="*/ 5791961 w 6096000"/>
              <a:gd name="connsiteY2" fmla="*/ 1202400 h 3903879"/>
              <a:gd name="connsiteX3" fmla="*/ 6096000 w 6096000"/>
              <a:gd name="connsiteY3" fmla="*/ 1202400 h 3903879"/>
              <a:gd name="connsiteX4" fmla="*/ 6096000 w 6096000"/>
              <a:gd name="connsiteY4" fmla="*/ 3429000 h 3903879"/>
              <a:gd name="connsiteX5" fmla="*/ 3030735 w 6096000"/>
              <a:gd name="connsiteY5" fmla="*/ 3429000 h 3903879"/>
              <a:gd name="connsiteX6" fmla="*/ 3030735 w 6096000"/>
              <a:gd name="connsiteY6" fmla="*/ 3903879 h 3903879"/>
              <a:gd name="connsiteX7" fmla="*/ 0 w 6096000"/>
              <a:gd name="connsiteY7" fmla="*/ 3903879 h 3903879"/>
              <a:gd name="connsiteX8" fmla="*/ 0 w 6096000"/>
              <a:gd name="connsiteY8" fmla="*/ 3429000 h 3903879"/>
              <a:gd name="connsiteX9" fmla="*/ 0 w 6096000"/>
              <a:gd name="connsiteY9" fmla="*/ 3399879 h 390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3903879">
                <a:moveTo>
                  <a:pt x="0" y="0"/>
                </a:moveTo>
                <a:lnTo>
                  <a:pt x="5791961" y="0"/>
                </a:lnTo>
                <a:lnTo>
                  <a:pt x="5791961" y="1202400"/>
                </a:lnTo>
                <a:lnTo>
                  <a:pt x="6096000" y="1202400"/>
                </a:lnTo>
                <a:lnTo>
                  <a:pt x="6096000" y="3429000"/>
                </a:lnTo>
                <a:lnTo>
                  <a:pt x="3030735" y="3429000"/>
                </a:lnTo>
                <a:lnTo>
                  <a:pt x="3030735" y="3903879"/>
                </a:lnTo>
                <a:lnTo>
                  <a:pt x="0" y="3903879"/>
                </a:lnTo>
                <a:lnTo>
                  <a:pt x="0" y="3429000"/>
                </a:lnTo>
                <a:lnTo>
                  <a:pt x="0" y="33998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01" y="1128888"/>
            <a:ext cx="4942132" cy="182880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7015D-8130-43C6-8DC3-718198AA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2000" y="3399881"/>
            <a:ext cx="2019231" cy="192405"/>
          </a:xfrm>
        </p:spPr>
        <p:txBody>
          <a:bodyPr/>
          <a:lstStyle>
            <a:lvl1pPr>
              <a:defRPr b="1"/>
            </a:lvl1pPr>
          </a:lstStyle>
          <a:p>
            <a:fld id="{1D048E09-D0ED-4E66-805C-1AFC56142695}" type="datetime1">
              <a:rPr lang="nl-NL" smtClean="0"/>
              <a:t>05-03-2026</a:t>
            </a:fld>
            <a:endParaRPr lang="nl-NL"/>
          </a:p>
        </p:txBody>
      </p:sp>
      <p:pic>
        <p:nvPicPr>
          <p:cNvPr id="11" name="lk_logo">
            <a:extLst>
              <a:ext uri="{FF2B5EF4-FFF2-40B4-BE49-F238E27FC236}">
                <a16:creationId xmlns:a16="http://schemas.microsoft.com/office/drawing/2014/main" id="{35819E97-076C-46A2-A429-9A860F1E8A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61" y="0"/>
            <a:ext cx="601200" cy="1202400"/>
          </a:xfrm>
          <a:prstGeom prst="rect">
            <a:avLst/>
          </a:prstGeom>
        </p:spPr>
      </p:pic>
      <p:pic>
        <p:nvPicPr>
          <p:cNvPr id="9" name="lkNL_Belastingdienst" descr="woordmerk">
            <a:extLst>
              <a:ext uri="{FF2B5EF4-FFF2-40B4-BE49-F238E27FC236}">
                <a16:creationId xmlns:a16="http://schemas.microsoft.com/office/drawing/2014/main" id="{951FC82D-4836-48FC-BF0B-E68F7F4567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126808" cy="182182"/>
          </a:xfrm>
          <a:prstGeom prst="rect">
            <a:avLst/>
          </a:prstGeom>
        </p:spPr>
      </p:pic>
      <p:pic>
        <p:nvPicPr>
          <p:cNvPr id="10" name="lkUK_Belastingdienst" hidden="1">
            <a:extLst>
              <a:ext uri="{FF2B5EF4-FFF2-40B4-BE49-F238E27FC236}">
                <a16:creationId xmlns:a16="http://schemas.microsoft.com/office/drawing/2014/main" id="{2764C2A5-44DB-447F-AEE6-D317000A00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000" y="640800"/>
            <a:ext cx="1377105" cy="140045"/>
          </a:xfrm>
          <a:prstGeom prst="rect">
            <a:avLst/>
          </a:prstGeom>
        </p:spPr>
      </p:pic>
      <p:pic>
        <p:nvPicPr>
          <p:cNvPr id="12" name="lkNL_Belastingdienst Caribisch Nederland" descr="woordmerk" hidden="1">
            <a:extLst>
              <a:ext uri="{FF2B5EF4-FFF2-40B4-BE49-F238E27FC236}">
                <a16:creationId xmlns:a16="http://schemas.microsoft.com/office/drawing/2014/main" id="{4601A364-8162-4AA0-BDFB-F4393FC6FA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13" name="lkUK_Belastingdienst Caribisch Nederland" descr="woordmerk" hidden="1">
            <a:extLst>
              <a:ext uri="{FF2B5EF4-FFF2-40B4-BE49-F238E27FC236}">
                <a16:creationId xmlns:a16="http://schemas.microsoft.com/office/drawing/2014/main" id="{F415D13C-F4A2-475B-B46B-38F39A2162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17" name="lkNL_FIOD" descr="woordmerk" hidden="1">
            <a:extLst>
              <a:ext uri="{FF2B5EF4-FFF2-40B4-BE49-F238E27FC236}">
                <a16:creationId xmlns:a16="http://schemas.microsoft.com/office/drawing/2014/main" id="{0485D261-5E34-47DB-A9D2-95389D8F2AB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984409" cy="384193"/>
          </a:xfrm>
          <a:prstGeom prst="rect">
            <a:avLst/>
          </a:prstGeom>
        </p:spPr>
      </p:pic>
      <p:pic>
        <p:nvPicPr>
          <p:cNvPr id="18" name="lkUK_FIOD" descr="woordmerk" hidden="1">
            <a:extLst>
              <a:ext uri="{FF2B5EF4-FFF2-40B4-BE49-F238E27FC236}">
                <a16:creationId xmlns:a16="http://schemas.microsoft.com/office/drawing/2014/main" id="{AD3E6EDA-EC31-47B3-A30A-F3F51EA32D3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061686" cy="340817"/>
          </a:xfrm>
          <a:prstGeom prst="rect">
            <a:avLst/>
          </a:prstGeom>
        </p:spPr>
      </p:pic>
      <p:pic>
        <p:nvPicPr>
          <p:cNvPr id="21" name="lkUK_Belastingdienst_wit" hidden="1">
            <a:extLst>
              <a:ext uri="{FF2B5EF4-FFF2-40B4-BE49-F238E27FC236}">
                <a16:creationId xmlns:a16="http://schemas.microsoft.com/office/drawing/2014/main" id="{018FCDC8-8413-416E-A092-04B3593B1C9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000" y="640800"/>
            <a:ext cx="1377105" cy="140045"/>
          </a:xfrm>
          <a:prstGeom prst="rect">
            <a:avLst/>
          </a:prstGeom>
        </p:spPr>
      </p:pic>
      <p:pic>
        <p:nvPicPr>
          <p:cNvPr id="22" name="lkNL_Belastingdienst_wit" descr="woordmerk" hidden="1">
            <a:extLst>
              <a:ext uri="{FF2B5EF4-FFF2-40B4-BE49-F238E27FC236}">
                <a16:creationId xmlns:a16="http://schemas.microsoft.com/office/drawing/2014/main" id="{E4292CEF-1381-49A4-BD13-E26672A5134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126808" cy="182182"/>
          </a:xfrm>
          <a:prstGeom prst="rect">
            <a:avLst/>
          </a:prstGeom>
        </p:spPr>
      </p:pic>
      <p:pic>
        <p:nvPicPr>
          <p:cNvPr id="23" name="lkUK_Belastingdienst Caribisch Nederland_wit" descr="woordmerk" hidden="1">
            <a:extLst>
              <a:ext uri="{FF2B5EF4-FFF2-40B4-BE49-F238E27FC236}">
                <a16:creationId xmlns:a16="http://schemas.microsoft.com/office/drawing/2014/main" id="{CA3E172A-5762-4841-BEE0-E25439CBD0E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24" name="lkNL_Belastingdienst Caribisch Nederland_wit" descr="woordmerk" hidden="1">
            <a:extLst>
              <a:ext uri="{FF2B5EF4-FFF2-40B4-BE49-F238E27FC236}">
                <a16:creationId xmlns:a16="http://schemas.microsoft.com/office/drawing/2014/main" id="{BD5C17AB-1563-49EE-A31E-6F1552C2E41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28" name="lkNL_FIOD_wit" descr="woordmerk" hidden="1">
            <a:extLst>
              <a:ext uri="{FF2B5EF4-FFF2-40B4-BE49-F238E27FC236}">
                <a16:creationId xmlns:a16="http://schemas.microsoft.com/office/drawing/2014/main" id="{90321B2D-0D3D-4CFB-B338-EC1922521EA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984409" cy="385433"/>
          </a:xfrm>
          <a:prstGeom prst="rect">
            <a:avLst/>
          </a:prstGeom>
        </p:spPr>
      </p:pic>
      <p:pic>
        <p:nvPicPr>
          <p:cNvPr id="29" name="lkUK_FIOD_wit" descr="woordmerk" hidden="1">
            <a:extLst>
              <a:ext uri="{FF2B5EF4-FFF2-40B4-BE49-F238E27FC236}">
                <a16:creationId xmlns:a16="http://schemas.microsoft.com/office/drawing/2014/main" id="{E9B391D7-4153-4BBB-91D8-E854EA1B219F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061686" cy="339577"/>
          </a:xfrm>
          <a:prstGeom prst="rect">
            <a:avLst/>
          </a:prstGeom>
        </p:spPr>
      </p:pic>
      <p:pic>
        <p:nvPicPr>
          <p:cNvPr id="32" name="lkNL_Douane" descr="woordmerk" hidden="1">
            <a:extLst>
              <a:ext uri="{FF2B5EF4-FFF2-40B4-BE49-F238E27FC236}">
                <a16:creationId xmlns:a16="http://schemas.microsoft.com/office/drawing/2014/main" id="{3B3C6038-63A7-4A31-9C4C-87BBE9DDC4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6126" cy="338215"/>
          </a:xfrm>
          <a:prstGeom prst="rect">
            <a:avLst/>
          </a:prstGeom>
        </p:spPr>
      </p:pic>
      <p:pic>
        <p:nvPicPr>
          <p:cNvPr id="33" name="lkUK_Douane" descr="woordmerk" hidden="1">
            <a:extLst>
              <a:ext uri="{FF2B5EF4-FFF2-40B4-BE49-F238E27FC236}">
                <a16:creationId xmlns:a16="http://schemas.microsoft.com/office/drawing/2014/main" id="{B5B9AE8B-CC52-47D8-8B93-90AC5056007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295031" cy="603955"/>
          </a:xfrm>
          <a:prstGeom prst="rect">
            <a:avLst/>
          </a:prstGeom>
        </p:spPr>
      </p:pic>
      <p:pic>
        <p:nvPicPr>
          <p:cNvPr id="36" name="lkNL_Toeslagen" descr="woordmerk" hidden="1">
            <a:extLst>
              <a:ext uri="{FF2B5EF4-FFF2-40B4-BE49-F238E27FC236}">
                <a16:creationId xmlns:a16="http://schemas.microsoft.com/office/drawing/2014/main" id="{EA4C0FD8-7617-467B-A048-BFFF722A16C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8000" cy="350718"/>
          </a:xfrm>
          <a:prstGeom prst="rect">
            <a:avLst/>
          </a:prstGeom>
        </p:spPr>
      </p:pic>
      <p:pic>
        <p:nvPicPr>
          <p:cNvPr id="37" name="lkUK_Toeslagen" descr="woordmerk" hidden="1">
            <a:extLst>
              <a:ext uri="{FF2B5EF4-FFF2-40B4-BE49-F238E27FC236}">
                <a16:creationId xmlns:a16="http://schemas.microsoft.com/office/drawing/2014/main" id="{165626B5-6E04-4205-AA9A-F8E481909E5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20178"/>
            <a:ext cx="2488297" cy="603955"/>
          </a:xfrm>
          <a:prstGeom prst="rect">
            <a:avLst/>
          </a:prstGeom>
        </p:spPr>
      </p:pic>
      <p:pic>
        <p:nvPicPr>
          <p:cNvPr id="5" name="lkUK_Douane_wit" descr="woordmerk" hidden="1">
            <a:extLst>
              <a:ext uri="{FF2B5EF4-FFF2-40B4-BE49-F238E27FC236}">
                <a16:creationId xmlns:a16="http://schemas.microsoft.com/office/drawing/2014/main" id="{2E741FEB-5D70-4E7B-BA14-0E7AE4F228D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20178"/>
            <a:ext cx="2282952" cy="603955"/>
          </a:xfrm>
          <a:prstGeom prst="rect">
            <a:avLst/>
          </a:prstGeom>
        </p:spPr>
      </p:pic>
      <p:pic>
        <p:nvPicPr>
          <p:cNvPr id="7" name="lkNL_Douane_wit" descr="woordmerk" hidden="1">
            <a:extLst>
              <a:ext uri="{FF2B5EF4-FFF2-40B4-BE49-F238E27FC236}">
                <a16:creationId xmlns:a16="http://schemas.microsoft.com/office/drawing/2014/main" id="{56DDF8BA-237A-47CC-BEBE-DED8CF8CC4E6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20178"/>
            <a:ext cx="1546126" cy="338215"/>
          </a:xfrm>
          <a:prstGeom prst="rect">
            <a:avLst/>
          </a:prstGeom>
        </p:spPr>
      </p:pic>
      <p:pic>
        <p:nvPicPr>
          <p:cNvPr id="14" name="lkUK_Toeslagen_wit" descr="woordmerk" hidden="1">
            <a:extLst>
              <a:ext uri="{FF2B5EF4-FFF2-40B4-BE49-F238E27FC236}">
                <a16:creationId xmlns:a16="http://schemas.microsoft.com/office/drawing/2014/main" id="{DE548508-84F9-4D0D-A8F1-D98B58ED86D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20178"/>
            <a:ext cx="2488297" cy="603955"/>
          </a:xfrm>
          <a:prstGeom prst="rect">
            <a:avLst/>
          </a:prstGeom>
        </p:spPr>
      </p:pic>
      <p:pic>
        <p:nvPicPr>
          <p:cNvPr id="39" name="lkNL_Toeslagen_wit" descr="woordmerk" hidden="1">
            <a:extLst>
              <a:ext uri="{FF2B5EF4-FFF2-40B4-BE49-F238E27FC236}">
                <a16:creationId xmlns:a16="http://schemas.microsoft.com/office/drawing/2014/main" id="{035D6105-508A-4B75-9588-083BB223449D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20178"/>
            <a:ext cx="1546126" cy="35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65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BEFED66-30B9-483C-A2E1-59035899382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8400" cy="6858000"/>
          </a:xfrm>
          <a:custGeom>
            <a:avLst/>
            <a:gdLst>
              <a:gd name="connsiteX0" fmla="*/ 0 w 6098400"/>
              <a:gd name="connsiteY0" fmla="*/ 0 h 6858000"/>
              <a:gd name="connsiteX1" fmla="*/ 5791961 w 6098400"/>
              <a:gd name="connsiteY1" fmla="*/ 0 h 6858000"/>
              <a:gd name="connsiteX2" fmla="*/ 5791961 w 6098400"/>
              <a:gd name="connsiteY2" fmla="*/ 1202400 h 6858000"/>
              <a:gd name="connsiteX3" fmla="*/ 6098400 w 6098400"/>
              <a:gd name="connsiteY3" fmla="*/ 1202400 h 6858000"/>
              <a:gd name="connsiteX4" fmla="*/ 6098400 w 6098400"/>
              <a:gd name="connsiteY4" fmla="*/ 6858000 h 6858000"/>
              <a:gd name="connsiteX5" fmla="*/ 0 w 60984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400" h="6858000">
                <a:moveTo>
                  <a:pt x="0" y="0"/>
                </a:moveTo>
                <a:lnTo>
                  <a:pt x="5791961" y="0"/>
                </a:lnTo>
                <a:lnTo>
                  <a:pt x="5791961" y="1202400"/>
                </a:lnTo>
                <a:lnTo>
                  <a:pt x="6098400" y="1202400"/>
                </a:lnTo>
                <a:lnTo>
                  <a:pt x="60984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  <p:sp>
        <p:nvSpPr>
          <p:cNvPr id="17" name="lk_vlak">
            <a:extLst>
              <a:ext uri="{FF2B5EF4-FFF2-40B4-BE49-F238E27FC236}">
                <a16:creationId xmlns:a16="http://schemas.microsoft.com/office/drawing/2014/main" id="{45A273E6-4B2E-4239-BFFB-F77DAE289633}"/>
              </a:ext>
            </a:extLst>
          </p:cNvPr>
          <p:cNvSpPr/>
          <p:nvPr userDrawn="1"/>
        </p:nvSpPr>
        <p:spPr>
          <a:xfrm flipH="1">
            <a:off x="6096000" y="0"/>
            <a:ext cx="6096000" cy="3903879"/>
          </a:xfrm>
          <a:custGeom>
            <a:avLst/>
            <a:gdLst>
              <a:gd name="connsiteX0" fmla="*/ 0 w 6096000"/>
              <a:gd name="connsiteY0" fmla="*/ 0 h 3903879"/>
              <a:gd name="connsiteX1" fmla="*/ 5791961 w 6096000"/>
              <a:gd name="connsiteY1" fmla="*/ 0 h 3903879"/>
              <a:gd name="connsiteX2" fmla="*/ 5791961 w 6096000"/>
              <a:gd name="connsiteY2" fmla="*/ 1202400 h 3903879"/>
              <a:gd name="connsiteX3" fmla="*/ 6096000 w 6096000"/>
              <a:gd name="connsiteY3" fmla="*/ 1202400 h 3903879"/>
              <a:gd name="connsiteX4" fmla="*/ 6096000 w 6096000"/>
              <a:gd name="connsiteY4" fmla="*/ 3429000 h 3903879"/>
              <a:gd name="connsiteX5" fmla="*/ 3030735 w 6096000"/>
              <a:gd name="connsiteY5" fmla="*/ 3429000 h 3903879"/>
              <a:gd name="connsiteX6" fmla="*/ 3030735 w 6096000"/>
              <a:gd name="connsiteY6" fmla="*/ 3903879 h 3903879"/>
              <a:gd name="connsiteX7" fmla="*/ 0 w 6096000"/>
              <a:gd name="connsiteY7" fmla="*/ 3903879 h 3903879"/>
              <a:gd name="connsiteX8" fmla="*/ 0 w 6096000"/>
              <a:gd name="connsiteY8" fmla="*/ 3429000 h 3903879"/>
              <a:gd name="connsiteX9" fmla="*/ 0 w 6096000"/>
              <a:gd name="connsiteY9" fmla="*/ 3399879 h 390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3903879">
                <a:moveTo>
                  <a:pt x="0" y="0"/>
                </a:moveTo>
                <a:lnTo>
                  <a:pt x="5791961" y="0"/>
                </a:lnTo>
                <a:lnTo>
                  <a:pt x="5791961" y="1202400"/>
                </a:lnTo>
                <a:lnTo>
                  <a:pt x="6096000" y="1202400"/>
                </a:lnTo>
                <a:lnTo>
                  <a:pt x="6096000" y="3429000"/>
                </a:lnTo>
                <a:lnTo>
                  <a:pt x="3030735" y="3429000"/>
                </a:lnTo>
                <a:lnTo>
                  <a:pt x="3030735" y="3903879"/>
                </a:lnTo>
                <a:lnTo>
                  <a:pt x="0" y="3903879"/>
                </a:lnTo>
                <a:lnTo>
                  <a:pt x="0" y="3429000"/>
                </a:lnTo>
                <a:lnTo>
                  <a:pt x="0" y="33998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2001" y="1128888"/>
            <a:ext cx="5111122" cy="182880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A86D9-3F21-43D4-ADD4-C9540C033E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60932" y="4831307"/>
            <a:ext cx="5110765" cy="1063080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Auteur/spreker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C6E98B9-EFA7-4C20-BC14-547CFC1BAE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0569" y="4176000"/>
            <a:ext cx="5110765" cy="54921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Onderwerp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02002BF-214E-4FD3-9153-3E2E3ED59F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9288000" y="3391200"/>
            <a:ext cx="2386982" cy="191043"/>
          </a:xfrm>
        </p:spPr>
        <p:txBody>
          <a:bodyPr/>
          <a:lstStyle/>
          <a:p>
            <a:fld id="{3CB923C0-A270-4188-A2F8-B9B31EEC3392}" type="datetime1">
              <a:rPr lang="nl-NL" smtClean="0"/>
              <a:t>05-03-2026</a:t>
            </a:fld>
            <a:endParaRPr lang="nl-NL"/>
          </a:p>
        </p:txBody>
      </p:sp>
      <p:cxnSp>
        <p:nvCxnSpPr>
          <p:cNvPr id="4" name="Straight Connector 3" hidden="1">
            <a:extLst>
              <a:ext uri="{FF2B5EF4-FFF2-40B4-BE49-F238E27FC236}">
                <a16:creationId xmlns:a16="http://schemas.microsoft.com/office/drawing/2014/main" id="{893750BC-137E-4D9A-B0CE-8F9B203305E2}"/>
              </a:ext>
            </a:extLst>
          </p:cNvPr>
          <p:cNvCxnSpPr/>
          <p:nvPr userDrawn="1"/>
        </p:nvCxnSpPr>
        <p:spPr>
          <a:xfrm>
            <a:off x="6393161" y="0"/>
            <a:ext cx="0" cy="12024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D76514-9267-4128-A03F-954B8BDDD146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16154"/>
            <a:ext cx="3040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lk_logo">
            <a:extLst>
              <a:ext uri="{FF2B5EF4-FFF2-40B4-BE49-F238E27FC236}">
                <a16:creationId xmlns:a16="http://schemas.microsoft.com/office/drawing/2014/main" id="{2EA97A05-B212-4C06-8627-2BAB88DE9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61" y="0"/>
            <a:ext cx="601200" cy="1202400"/>
          </a:xfrm>
          <a:prstGeom prst="rect">
            <a:avLst/>
          </a:prstGeom>
        </p:spPr>
      </p:pic>
      <p:pic>
        <p:nvPicPr>
          <p:cNvPr id="11" name="lkNL_Belastingdienst" descr="woordmerk">
            <a:extLst>
              <a:ext uri="{FF2B5EF4-FFF2-40B4-BE49-F238E27FC236}">
                <a16:creationId xmlns:a16="http://schemas.microsoft.com/office/drawing/2014/main" id="{9367948A-0B22-4E4C-999F-1815383FDE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126808" cy="182182"/>
          </a:xfrm>
          <a:prstGeom prst="rect">
            <a:avLst/>
          </a:prstGeom>
        </p:spPr>
      </p:pic>
      <p:pic>
        <p:nvPicPr>
          <p:cNvPr id="12" name="lkUK_Belastingdienst" hidden="1">
            <a:extLst>
              <a:ext uri="{FF2B5EF4-FFF2-40B4-BE49-F238E27FC236}">
                <a16:creationId xmlns:a16="http://schemas.microsoft.com/office/drawing/2014/main" id="{D9DDDBD4-B8B8-40EC-A185-586E38679C0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000" y="640800"/>
            <a:ext cx="1377105" cy="140045"/>
          </a:xfrm>
          <a:prstGeom prst="rect">
            <a:avLst/>
          </a:prstGeom>
        </p:spPr>
      </p:pic>
      <p:pic>
        <p:nvPicPr>
          <p:cNvPr id="14" name="lkNL_Belastingdienst Caribisch Nederland" descr="woordmerk" hidden="1">
            <a:extLst>
              <a:ext uri="{FF2B5EF4-FFF2-40B4-BE49-F238E27FC236}">
                <a16:creationId xmlns:a16="http://schemas.microsoft.com/office/drawing/2014/main" id="{C18A59B2-4224-489A-B4C3-BC852A06B4B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19" name="lkUK_Belastingdienst Caribisch Nederland" descr="woordmerk" hidden="1">
            <a:extLst>
              <a:ext uri="{FF2B5EF4-FFF2-40B4-BE49-F238E27FC236}">
                <a16:creationId xmlns:a16="http://schemas.microsoft.com/office/drawing/2014/main" id="{A22D0D55-9DCE-4D89-AFFA-B69C3CB7704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22" name="lkNL_FIOD" descr="woordmerk" hidden="1">
            <a:extLst>
              <a:ext uri="{FF2B5EF4-FFF2-40B4-BE49-F238E27FC236}">
                <a16:creationId xmlns:a16="http://schemas.microsoft.com/office/drawing/2014/main" id="{51741AD4-6EE5-430D-A486-84C6DEF1867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984409" cy="384193"/>
          </a:xfrm>
          <a:prstGeom prst="rect">
            <a:avLst/>
          </a:prstGeom>
        </p:spPr>
      </p:pic>
      <p:pic>
        <p:nvPicPr>
          <p:cNvPr id="23" name="lkUK_FIOD" descr="woordmerk" hidden="1">
            <a:extLst>
              <a:ext uri="{FF2B5EF4-FFF2-40B4-BE49-F238E27FC236}">
                <a16:creationId xmlns:a16="http://schemas.microsoft.com/office/drawing/2014/main" id="{4699458B-1823-4556-9ED4-C5861D91583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061686" cy="340817"/>
          </a:xfrm>
          <a:prstGeom prst="rect">
            <a:avLst/>
          </a:prstGeom>
        </p:spPr>
      </p:pic>
      <p:pic>
        <p:nvPicPr>
          <p:cNvPr id="5" name="lkNL_Douane" descr="woordmerk" hidden="1">
            <a:extLst>
              <a:ext uri="{FF2B5EF4-FFF2-40B4-BE49-F238E27FC236}">
                <a16:creationId xmlns:a16="http://schemas.microsoft.com/office/drawing/2014/main" id="{51FE16DE-EB92-4665-BBCA-0754DAB17C9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6126" cy="338215"/>
          </a:xfrm>
          <a:prstGeom prst="rect">
            <a:avLst/>
          </a:prstGeom>
        </p:spPr>
      </p:pic>
      <p:pic>
        <p:nvPicPr>
          <p:cNvPr id="7" name="lkUK_Douane" descr="woordmerk" hidden="1">
            <a:extLst>
              <a:ext uri="{FF2B5EF4-FFF2-40B4-BE49-F238E27FC236}">
                <a16:creationId xmlns:a16="http://schemas.microsoft.com/office/drawing/2014/main" id="{EBA6F3FF-793B-4755-A3A4-BD112E98887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295031" cy="603955"/>
          </a:xfrm>
          <a:prstGeom prst="rect">
            <a:avLst/>
          </a:prstGeom>
        </p:spPr>
      </p:pic>
      <p:pic>
        <p:nvPicPr>
          <p:cNvPr id="9" name="lkNL_Toeslagen" descr="woordmerk" hidden="1">
            <a:extLst>
              <a:ext uri="{FF2B5EF4-FFF2-40B4-BE49-F238E27FC236}">
                <a16:creationId xmlns:a16="http://schemas.microsoft.com/office/drawing/2014/main" id="{4E1F0A63-6C89-478E-9780-531728558BF1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8000" cy="350718"/>
          </a:xfrm>
          <a:prstGeom prst="rect">
            <a:avLst/>
          </a:prstGeom>
        </p:spPr>
      </p:pic>
      <p:pic>
        <p:nvPicPr>
          <p:cNvPr id="28" name="lkUK_Toeslagen" descr="woordmerk" hidden="1">
            <a:extLst>
              <a:ext uri="{FF2B5EF4-FFF2-40B4-BE49-F238E27FC236}">
                <a16:creationId xmlns:a16="http://schemas.microsoft.com/office/drawing/2014/main" id="{ADA85A24-CC8B-4A22-A136-CE947067029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488297" cy="60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k_vlak">
            <a:extLst>
              <a:ext uri="{FF2B5EF4-FFF2-40B4-BE49-F238E27FC236}">
                <a16:creationId xmlns:a16="http://schemas.microsoft.com/office/drawing/2014/main" id="{65036FBC-1EA1-4ABB-8707-8B62B43D5EB6}"/>
              </a:ext>
            </a:extLst>
          </p:cNvPr>
          <p:cNvSpPr/>
          <p:nvPr userDrawn="1"/>
        </p:nvSpPr>
        <p:spPr>
          <a:xfrm>
            <a:off x="0" y="0"/>
            <a:ext cx="6096000" cy="3903879"/>
          </a:xfrm>
          <a:custGeom>
            <a:avLst/>
            <a:gdLst>
              <a:gd name="connsiteX0" fmla="*/ 0 w 6096000"/>
              <a:gd name="connsiteY0" fmla="*/ 0 h 3903879"/>
              <a:gd name="connsiteX1" fmla="*/ 5791961 w 6096000"/>
              <a:gd name="connsiteY1" fmla="*/ 0 h 3903879"/>
              <a:gd name="connsiteX2" fmla="*/ 5791961 w 6096000"/>
              <a:gd name="connsiteY2" fmla="*/ 1202400 h 3903879"/>
              <a:gd name="connsiteX3" fmla="*/ 6096000 w 6096000"/>
              <a:gd name="connsiteY3" fmla="*/ 1202400 h 3903879"/>
              <a:gd name="connsiteX4" fmla="*/ 6096000 w 6096000"/>
              <a:gd name="connsiteY4" fmla="*/ 3429000 h 3903879"/>
              <a:gd name="connsiteX5" fmla="*/ 3030735 w 6096000"/>
              <a:gd name="connsiteY5" fmla="*/ 3429000 h 3903879"/>
              <a:gd name="connsiteX6" fmla="*/ 3030735 w 6096000"/>
              <a:gd name="connsiteY6" fmla="*/ 3903879 h 3903879"/>
              <a:gd name="connsiteX7" fmla="*/ 0 w 6096000"/>
              <a:gd name="connsiteY7" fmla="*/ 3903879 h 3903879"/>
              <a:gd name="connsiteX8" fmla="*/ 0 w 6096000"/>
              <a:gd name="connsiteY8" fmla="*/ 3429000 h 3903879"/>
              <a:gd name="connsiteX9" fmla="*/ 0 w 6096000"/>
              <a:gd name="connsiteY9" fmla="*/ 3399879 h 390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3903879">
                <a:moveTo>
                  <a:pt x="0" y="0"/>
                </a:moveTo>
                <a:lnTo>
                  <a:pt x="5791961" y="0"/>
                </a:lnTo>
                <a:lnTo>
                  <a:pt x="5791961" y="1202400"/>
                </a:lnTo>
                <a:lnTo>
                  <a:pt x="6096000" y="1202400"/>
                </a:lnTo>
                <a:lnTo>
                  <a:pt x="6096000" y="3429000"/>
                </a:lnTo>
                <a:lnTo>
                  <a:pt x="3030735" y="3429000"/>
                </a:lnTo>
                <a:lnTo>
                  <a:pt x="3030735" y="3903879"/>
                </a:lnTo>
                <a:lnTo>
                  <a:pt x="0" y="3903879"/>
                </a:lnTo>
                <a:lnTo>
                  <a:pt x="0" y="3429000"/>
                </a:lnTo>
                <a:lnTo>
                  <a:pt x="0" y="33998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655" y="1128888"/>
            <a:ext cx="4942478" cy="182880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7015D-8130-43C6-8DC3-718198AA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1636" y="3399881"/>
            <a:ext cx="2268363" cy="271060"/>
          </a:xfrm>
        </p:spPr>
        <p:txBody>
          <a:bodyPr/>
          <a:lstStyle>
            <a:lvl1pPr>
              <a:defRPr b="1"/>
            </a:lvl1pPr>
          </a:lstStyle>
          <a:p>
            <a:fld id="{64D2C647-11CC-4613-8568-907FAA41870F}" type="datetime1">
              <a:rPr lang="nl-NL" smtClean="0"/>
              <a:t>05-03-2026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546EB-A6B9-4F24-B401-E778BFDBC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999" y="4831307"/>
            <a:ext cx="4942133" cy="1063080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Auteur/spreker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905242-DAD5-412C-B23C-19A06E6237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636" y="4176000"/>
            <a:ext cx="4942133" cy="54921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Onderwerp</a:t>
            </a:r>
          </a:p>
        </p:txBody>
      </p:sp>
      <p:pic>
        <p:nvPicPr>
          <p:cNvPr id="9" name="lk_logo">
            <a:extLst>
              <a:ext uri="{FF2B5EF4-FFF2-40B4-BE49-F238E27FC236}">
                <a16:creationId xmlns:a16="http://schemas.microsoft.com/office/drawing/2014/main" id="{45C1BDA0-49BC-4BD8-B50B-6D69E671AE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61" y="0"/>
            <a:ext cx="601200" cy="1202400"/>
          </a:xfrm>
          <a:prstGeom prst="rect">
            <a:avLst/>
          </a:prstGeom>
        </p:spPr>
      </p:pic>
      <p:pic>
        <p:nvPicPr>
          <p:cNvPr id="10" name="lkNL_Belastingdienst" descr="woordmerk">
            <a:extLst>
              <a:ext uri="{FF2B5EF4-FFF2-40B4-BE49-F238E27FC236}">
                <a16:creationId xmlns:a16="http://schemas.microsoft.com/office/drawing/2014/main" id="{8C3F4614-3E10-4BE3-9F51-43A656F4C8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126808" cy="182182"/>
          </a:xfrm>
          <a:prstGeom prst="rect">
            <a:avLst/>
          </a:prstGeom>
        </p:spPr>
      </p:pic>
      <p:pic>
        <p:nvPicPr>
          <p:cNvPr id="11" name="lkUK_Belastingdienst" hidden="1">
            <a:extLst>
              <a:ext uri="{FF2B5EF4-FFF2-40B4-BE49-F238E27FC236}">
                <a16:creationId xmlns:a16="http://schemas.microsoft.com/office/drawing/2014/main" id="{6893D6B7-B448-417A-9619-40210DF368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000" y="640800"/>
            <a:ext cx="1377105" cy="140045"/>
          </a:xfrm>
          <a:prstGeom prst="rect">
            <a:avLst/>
          </a:prstGeom>
        </p:spPr>
      </p:pic>
      <p:pic>
        <p:nvPicPr>
          <p:cNvPr id="13" name="lkNL_Belastingdienst Caribisch Nederland" descr="woordmerk" hidden="1">
            <a:extLst>
              <a:ext uri="{FF2B5EF4-FFF2-40B4-BE49-F238E27FC236}">
                <a16:creationId xmlns:a16="http://schemas.microsoft.com/office/drawing/2014/main" id="{2B1B67C7-A9FA-4EE6-BE7D-6D466ECBA5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14" name="lkUK_Belastingdienst Caribisch Nederland" descr="woordmerk" hidden="1">
            <a:extLst>
              <a:ext uri="{FF2B5EF4-FFF2-40B4-BE49-F238E27FC236}">
                <a16:creationId xmlns:a16="http://schemas.microsoft.com/office/drawing/2014/main" id="{D8953552-4E99-4457-A25D-7A9E84D691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17" name="lkNL_FIOD" descr="woordmerk" hidden="1">
            <a:extLst>
              <a:ext uri="{FF2B5EF4-FFF2-40B4-BE49-F238E27FC236}">
                <a16:creationId xmlns:a16="http://schemas.microsoft.com/office/drawing/2014/main" id="{0D0E9DFF-C25D-48EA-8A57-3AF0B448BE0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984409" cy="384193"/>
          </a:xfrm>
          <a:prstGeom prst="rect">
            <a:avLst/>
          </a:prstGeom>
        </p:spPr>
      </p:pic>
      <p:pic>
        <p:nvPicPr>
          <p:cNvPr id="18" name="lkUK_FIOD" descr="woordmerk" hidden="1">
            <a:extLst>
              <a:ext uri="{FF2B5EF4-FFF2-40B4-BE49-F238E27FC236}">
                <a16:creationId xmlns:a16="http://schemas.microsoft.com/office/drawing/2014/main" id="{9C2C3B5E-329A-4641-A3DD-FB5CFCF7795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061686" cy="340817"/>
          </a:xfrm>
          <a:prstGeom prst="rect">
            <a:avLst/>
          </a:prstGeom>
        </p:spPr>
      </p:pic>
      <p:pic>
        <p:nvPicPr>
          <p:cNvPr id="21" name="lkNL_Douane" descr="woordmerk" hidden="1">
            <a:extLst>
              <a:ext uri="{FF2B5EF4-FFF2-40B4-BE49-F238E27FC236}">
                <a16:creationId xmlns:a16="http://schemas.microsoft.com/office/drawing/2014/main" id="{9B070022-08C8-4F77-A3F0-F32FB05523D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6126" cy="338215"/>
          </a:xfrm>
          <a:prstGeom prst="rect">
            <a:avLst/>
          </a:prstGeom>
        </p:spPr>
      </p:pic>
      <p:pic>
        <p:nvPicPr>
          <p:cNvPr id="22" name="lkUK_Douane" descr="woordmerk" hidden="1">
            <a:extLst>
              <a:ext uri="{FF2B5EF4-FFF2-40B4-BE49-F238E27FC236}">
                <a16:creationId xmlns:a16="http://schemas.microsoft.com/office/drawing/2014/main" id="{7C7F0F24-509D-48B0-9C78-4EFE4C4F351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295031" cy="603955"/>
          </a:xfrm>
          <a:prstGeom prst="rect">
            <a:avLst/>
          </a:prstGeom>
        </p:spPr>
      </p:pic>
      <p:pic>
        <p:nvPicPr>
          <p:cNvPr id="23" name="lkNL_Toeslagen" descr="woordmerk" hidden="1">
            <a:extLst>
              <a:ext uri="{FF2B5EF4-FFF2-40B4-BE49-F238E27FC236}">
                <a16:creationId xmlns:a16="http://schemas.microsoft.com/office/drawing/2014/main" id="{96408AC0-265B-451A-92E4-A70BCF4417A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8000" cy="350718"/>
          </a:xfrm>
          <a:prstGeom prst="rect">
            <a:avLst/>
          </a:prstGeom>
        </p:spPr>
      </p:pic>
      <p:pic>
        <p:nvPicPr>
          <p:cNvPr id="24" name="lkUK_Toeslagen" descr="woordmerk" hidden="1">
            <a:extLst>
              <a:ext uri="{FF2B5EF4-FFF2-40B4-BE49-F238E27FC236}">
                <a16:creationId xmlns:a16="http://schemas.microsoft.com/office/drawing/2014/main" id="{0E6B6D19-8DF8-4D56-9B1C-D39D8BDDF92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488297" cy="60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20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k_vlak">
            <a:extLst>
              <a:ext uri="{FF2B5EF4-FFF2-40B4-BE49-F238E27FC236}">
                <a16:creationId xmlns:a16="http://schemas.microsoft.com/office/drawing/2014/main" id="{17EDAA3E-A455-4492-B192-8ED8A88E9F28}"/>
              </a:ext>
            </a:extLst>
          </p:cNvPr>
          <p:cNvSpPr/>
          <p:nvPr userDrawn="1"/>
        </p:nvSpPr>
        <p:spPr>
          <a:xfrm flipH="1">
            <a:off x="6089276" y="0"/>
            <a:ext cx="6096000" cy="3903879"/>
          </a:xfrm>
          <a:custGeom>
            <a:avLst/>
            <a:gdLst>
              <a:gd name="connsiteX0" fmla="*/ 0 w 6096000"/>
              <a:gd name="connsiteY0" fmla="*/ 0 h 3903879"/>
              <a:gd name="connsiteX1" fmla="*/ 5791961 w 6096000"/>
              <a:gd name="connsiteY1" fmla="*/ 0 h 3903879"/>
              <a:gd name="connsiteX2" fmla="*/ 5791961 w 6096000"/>
              <a:gd name="connsiteY2" fmla="*/ 1202400 h 3903879"/>
              <a:gd name="connsiteX3" fmla="*/ 6096000 w 6096000"/>
              <a:gd name="connsiteY3" fmla="*/ 1202400 h 3903879"/>
              <a:gd name="connsiteX4" fmla="*/ 6096000 w 6096000"/>
              <a:gd name="connsiteY4" fmla="*/ 3429000 h 3903879"/>
              <a:gd name="connsiteX5" fmla="*/ 3030735 w 6096000"/>
              <a:gd name="connsiteY5" fmla="*/ 3429000 h 3903879"/>
              <a:gd name="connsiteX6" fmla="*/ 3030735 w 6096000"/>
              <a:gd name="connsiteY6" fmla="*/ 3903879 h 3903879"/>
              <a:gd name="connsiteX7" fmla="*/ 0 w 6096000"/>
              <a:gd name="connsiteY7" fmla="*/ 3903879 h 3903879"/>
              <a:gd name="connsiteX8" fmla="*/ 0 w 6096000"/>
              <a:gd name="connsiteY8" fmla="*/ 3429000 h 3903879"/>
              <a:gd name="connsiteX9" fmla="*/ 0 w 6096000"/>
              <a:gd name="connsiteY9" fmla="*/ 3399879 h 390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0" h="3903879">
                <a:moveTo>
                  <a:pt x="0" y="0"/>
                </a:moveTo>
                <a:lnTo>
                  <a:pt x="5791961" y="0"/>
                </a:lnTo>
                <a:lnTo>
                  <a:pt x="5791961" y="1202400"/>
                </a:lnTo>
                <a:lnTo>
                  <a:pt x="6096000" y="1202400"/>
                </a:lnTo>
                <a:lnTo>
                  <a:pt x="6096000" y="3429000"/>
                </a:lnTo>
                <a:lnTo>
                  <a:pt x="3030735" y="3429000"/>
                </a:lnTo>
                <a:lnTo>
                  <a:pt x="3030735" y="3903879"/>
                </a:lnTo>
                <a:lnTo>
                  <a:pt x="0" y="3903879"/>
                </a:lnTo>
                <a:lnTo>
                  <a:pt x="0" y="3429000"/>
                </a:lnTo>
                <a:lnTo>
                  <a:pt x="0" y="33998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2001" y="1128888"/>
            <a:ext cx="5111276" cy="182880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880738-35AA-42BF-804D-C1CB458AA75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9288000" y="3391200"/>
            <a:ext cx="2285276" cy="173094"/>
          </a:xfrm>
        </p:spPr>
        <p:txBody>
          <a:bodyPr/>
          <a:lstStyle>
            <a:lvl1pPr>
              <a:defRPr b="1"/>
            </a:lvl1pPr>
          </a:lstStyle>
          <a:p>
            <a:fld id="{66671939-4E94-4138-8416-2D471F2C6C89}" type="datetime1">
              <a:rPr lang="nl-NL" smtClean="0"/>
              <a:t>05-03-2026</a:t>
            </a:fld>
            <a:endParaRPr lang="nl-NL"/>
          </a:p>
        </p:txBody>
      </p:sp>
      <p:pic>
        <p:nvPicPr>
          <p:cNvPr id="9" name="lk_logo">
            <a:extLst>
              <a:ext uri="{FF2B5EF4-FFF2-40B4-BE49-F238E27FC236}">
                <a16:creationId xmlns:a16="http://schemas.microsoft.com/office/drawing/2014/main" id="{78CE5484-01F5-4C34-B87E-A0149A4FEB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961" y="0"/>
            <a:ext cx="601200" cy="1202400"/>
          </a:xfrm>
          <a:prstGeom prst="rect">
            <a:avLst/>
          </a:prstGeom>
        </p:spPr>
      </p:pic>
      <p:pic>
        <p:nvPicPr>
          <p:cNvPr id="19" name="lkNL_Belastingdienst" descr="woordmerk">
            <a:extLst>
              <a:ext uri="{FF2B5EF4-FFF2-40B4-BE49-F238E27FC236}">
                <a16:creationId xmlns:a16="http://schemas.microsoft.com/office/drawing/2014/main" id="{23AA1C30-CE49-4899-8122-D44E4BF2C0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126808" cy="182182"/>
          </a:xfrm>
          <a:prstGeom prst="rect">
            <a:avLst/>
          </a:prstGeom>
        </p:spPr>
      </p:pic>
      <p:pic>
        <p:nvPicPr>
          <p:cNvPr id="20" name="lkUK_Belastingdienst" hidden="1">
            <a:extLst>
              <a:ext uri="{FF2B5EF4-FFF2-40B4-BE49-F238E27FC236}">
                <a16:creationId xmlns:a16="http://schemas.microsoft.com/office/drawing/2014/main" id="{5C120F91-A3FE-41D7-BBA1-91315868F97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2000" y="640800"/>
            <a:ext cx="1377105" cy="140045"/>
          </a:xfrm>
          <a:prstGeom prst="rect">
            <a:avLst/>
          </a:prstGeom>
        </p:spPr>
      </p:pic>
      <p:pic>
        <p:nvPicPr>
          <p:cNvPr id="21" name="lkNL_Belastingdienst Caribisch Nederland" descr="woordmerk" hidden="1">
            <a:extLst>
              <a:ext uri="{FF2B5EF4-FFF2-40B4-BE49-F238E27FC236}">
                <a16:creationId xmlns:a16="http://schemas.microsoft.com/office/drawing/2014/main" id="{0E151F61-EA82-46BA-A1C1-14BF7D4C494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22" name="lkUK_Belastingdienst Caribisch Nederland" descr="woordmerk" hidden="1">
            <a:extLst>
              <a:ext uri="{FF2B5EF4-FFF2-40B4-BE49-F238E27FC236}">
                <a16:creationId xmlns:a16="http://schemas.microsoft.com/office/drawing/2014/main" id="{291674EA-10F3-4CA0-BF14-ECFED9C98BA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499521" cy="395347"/>
          </a:xfrm>
          <a:prstGeom prst="rect">
            <a:avLst/>
          </a:prstGeom>
        </p:spPr>
      </p:pic>
      <p:pic>
        <p:nvPicPr>
          <p:cNvPr id="25" name="lkNL_FIOD" descr="woordmerk" hidden="1">
            <a:extLst>
              <a:ext uri="{FF2B5EF4-FFF2-40B4-BE49-F238E27FC236}">
                <a16:creationId xmlns:a16="http://schemas.microsoft.com/office/drawing/2014/main" id="{A81D8C3B-4B3C-4073-B9EE-F4AB9B71740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984409" cy="384193"/>
          </a:xfrm>
          <a:prstGeom prst="rect">
            <a:avLst/>
          </a:prstGeom>
        </p:spPr>
      </p:pic>
      <p:pic>
        <p:nvPicPr>
          <p:cNvPr id="26" name="lkUK_FIOD" descr="woordmerk" hidden="1">
            <a:extLst>
              <a:ext uri="{FF2B5EF4-FFF2-40B4-BE49-F238E27FC236}">
                <a16:creationId xmlns:a16="http://schemas.microsoft.com/office/drawing/2014/main" id="{1B1B8C96-D19E-4007-A0DE-9D3EA60AE49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061686" cy="340817"/>
          </a:xfrm>
          <a:prstGeom prst="rect">
            <a:avLst/>
          </a:prstGeom>
        </p:spPr>
      </p:pic>
      <p:pic>
        <p:nvPicPr>
          <p:cNvPr id="16" name="lkNL_Douane" descr="woordmerk" hidden="1">
            <a:extLst>
              <a:ext uri="{FF2B5EF4-FFF2-40B4-BE49-F238E27FC236}">
                <a16:creationId xmlns:a16="http://schemas.microsoft.com/office/drawing/2014/main" id="{7EDDDDBC-8072-4A57-A6D4-AE4CB57F99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6126" cy="338215"/>
          </a:xfrm>
          <a:prstGeom prst="rect">
            <a:avLst/>
          </a:prstGeom>
        </p:spPr>
      </p:pic>
      <p:pic>
        <p:nvPicPr>
          <p:cNvPr id="17" name="lkUK_Douane" descr="woordmerk" hidden="1">
            <a:extLst>
              <a:ext uri="{FF2B5EF4-FFF2-40B4-BE49-F238E27FC236}">
                <a16:creationId xmlns:a16="http://schemas.microsoft.com/office/drawing/2014/main" id="{6EF79531-0733-42C0-8C27-EC6D7A15430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295031" cy="603955"/>
          </a:xfrm>
          <a:prstGeom prst="rect">
            <a:avLst/>
          </a:prstGeom>
        </p:spPr>
      </p:pic>
      <p:pic>
        <p:nvPicPr>
          <p:cNvPr id="18" name="lkNL_Toeslagen" descr="woordmerk" hidden="1">
            <a:extLst>
              <a:ext uri="{FF2B5EF4-FFF2-40B4-BE49-F238E27FC236}">
                <a16:creationId xmlns:a16="http://schemas.microsoft.com/office/drawing/2014/main" id="{FB260C74-C50D-4B71-A871-4ED2471DF85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1548000" cy="350718"/>
          </a:xfrm>
          <a:prstGeom prst="rect">
            <a:avLst/>
          </a:prstGeom>
        </p:spPr>
      </p:pic>
      <p:pic>
        <p:nvPicPr>
          <p:cNvPr id="29" name="lkUK_Toeslagen" descr="woordmerk" hidden="1">
            <a:extLst>
              <a:ext uri="{FF2B5EF4-FFF2-40B4-BE49-F238E27FC236}">
                <a16:creationId xmlns:a16="http://schemas.microsoft.com/office/drawing/2014/main" id="{7281C7FB-9EF9-404C-A76B-84CF06DD071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00" y="640800"/>
            <a:ext cx="2488297" cy="60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30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B8CE5B-4849-4CF5-A04E-FCAACE1D85ED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999" y="1102027"/>
            <a:ext cx="5023691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3" name="text1">
            <a:extLst>
              <a:ext uri="{FF2B5EF4-FFF2-40B4-BE49-F238E27FC236}">
                <a16:creationId xmlns:a16="http://schemas.microsoft.com/office/drawing/2014/main" id="{C2691AEC-C0D8-4140-B10E-BE8F9A13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6586" y="1080000"/>
            <a:ext cx="4074001" cy="844493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pic>
        <p:nvPicPr>
          <p:cNvPr id="15" name="lk_logo">
            <a:extLst>
              <a:ext uri="{FF2B5EF4-FFF2-40B4-BE49-F238E27FC236}">
                <a16:creationId xmlns:a16="http://schemas.microsoft.com/office/drawing/2014/main" id="{E7F13753-D843-4C9A-861A-658195C37A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1" name="icon1">
            <a:extLst>
              <a:ext uri="{FF2B5EF4-FFF2-40B4-BE49-F238E27FC236}">
                <a16:creationId xmlns:a16="http://schemas.microsoft.com/office/drawing/2014/main" id="{A9775EA0-CE2F-4221-A58F-C71EF9129D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0921" y="999460"/>
            <a:ext cx="792000" cy="576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Icoon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8B0D0C72-B687-4E2A-A38D-FBB2403C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06586" y="2113978"/>
            <a:ext cx="4074001" cy="844493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7" name="icon2">
            <a:extLst>
              <a:ext uri="{FF2B5EF4-FFF2-40B4-BE49-F238E27FC236}">
                <a16:creationId xmlns:a16="http://schemas.microsoft.com/office/drawing/2014/main" id="{7630DF39-4113-4A29-9BBE-30A12BC1A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70921" y="2033438"/>
            <a:ext cx="792000" cy="576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Icoon</a:t>
            </a:r>
          </a:p>
        </p:txBody>
      </p:sp>
      <p:sp>
        <p:nvSpPr>
          <p:cNvPr id="18" name="text3">
            <a:extLst>
              <a:ext uri="{FF2B5EF4-FFF2-40B4-BE49-F238E27FC236}">
                <a16:creationId xmlns:a16="http://schemas.microsoft.com/office/drawing/2014/main" id="{B5F880C2-1DAB-47A4-8AA2-48DC93C10D33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506586" y="3147956"/>
            <a:ext cx="4074001" cy="844493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9" name="icon3">
            <a:extLst>
              <a:ext uri="{FF2B5EF4-FFF2-40B4-BE49-F238E27FC236}">
                <a16:creationId xmlns:a16="http://schemas.microsoft.com/office/drawing/2014/main" id="{32EED725-2263-4061-920A-69032D1B38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70921" y="3067416"/>
            <a:ext cx="792000" cy="576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Icoon</a:t>
            </a:r>
          </a:p>
        </p:txBody>
      </p:sp>
      <p:sp>
        <p:nvSpPr>
          <p:cNvPr id="20" name="text4">
            <a:extLst>
              <a:ext uri="{FF2B5EF4-FFF2-40B4-BE49-F238E27FC236}">
                <a16:creationId xmlns:a16="http://schemas.microsoft.com/office/drawing/2014/main" id="{EB6FDC49-04D9-42EF-8618-ABA0DF80724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506000" y="4181934"/>
            <a:ext cx="4074001" cy="844493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21" name="icon4">
            <a:extLst>
              <a:ext uri="{FF2B5EF4-FFF2-40B4-BE49-F238E27FC236}">
                <a16:creationId xmlns:a16="http://schemas.microsoft.com/office/drawing/2014/main" id="{8C529463-57DE-47F0-B11D-8509019FF2B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70000" y="4101394"/>
            <a:ext cx="792000" cy="576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Icoon</a:t>
            </a:r>
          </a:p>
        </p:txBody>
      </p:sp>
      <p:sp>
        <p:nvSpPr>
          <p:cNvPr id="22" name="text5">
            <a:extLst>
              <a:ext uri="{FF2B5EF4-FFF2-40B4-BE49-F238E27FC236}">
                <a16:creationId xmlns:a16="http://schemas.microsoft.com/office/drawing/2014/main" id="{5A1700E4-C7B3-4056-A492-10686FDAE7D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506000" y="5211648"/>
            <a:ext cx="4074001" cy="844493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23" name="icon5">
            <a:extLst>
              <a:ext uri="{FF2B5EF4-FFF2-40B4-BE49-F238E27FC236}">
                <a16:creationId xmlns:a16="http://schemas.microsoft.com/office/drawing/2014/main" id="{A4739227-A37F-4C67-AFFD-38882AD4E8E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70000" y="5131108"/>
            <a:ext cx="792000" cy="576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Icoon</a:t>
            </a:r>
          </a:p>
        </p:txBody>
      </p:sp>
    </p:spTree>
    <p:extLst>
      <p:ext uri="{BB962C8B-B14F-4D97-AF65-F5344CB8AC3E}">
        <p14:creationId xmlns:p14="http://schemas.microsoft.com/office/powerpoint/2010/main" val="310608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lak">
            <a:extLst>
              <a:ext uri="{FF2B5EF4-FFF2-40B4-BE49-F238E27FC236}">
                <a16:creationId xmlns:a16="http://schemas.microsoft.com/office/drawing/2014/main" id="{524868F6-B9FA-4A8F-804E-8833FA1C146E}"/>
              </a:ext>
            </a:extLst>
          </p:cNvPr>
          <p:cNvSpPr/>
          <p:nvPr userDrawn="1"/>
        </p:nvSpPr>
        <p:spPr>
          <a:xfrm>
            <a:off x="-1" y="0"/>
            <a:ext cx="6096000" cy="3903879"/>
          </a:xfrm>
          <a:custGeom>
            <a:avLst/>
            <a:gdLst>
              <a:gd name="connsiteX0" fmla="*/ 0 w 6096000"/>
              <a:gd name="connsiteY0" fmla="*/ 0 h 3903879"/>
              <a:gd name="connsiteX1" fmla="*/ 5752215 w 6096000"/>
              <a:gd name="connsiteY1" fmla="*/ 0 h 3903879"/>
              <a:gd name="connsiteX2" fmla="*/ 5791961 w 6096000"/>
              <a:gd name="connsiteY2" fmla="*/ 0 h 3903879"/>
              <a:gd name="connsiteX3" fmla="*/ 5862828 w 6096000"/>
              <a:gd name="connsiteY3" fmla="*/ 0 h 3903879"/>
              <a:gd name="connsiteX4" fmla="*/ 5862828 w 6096000"/>
              <a:gd name="connsiteY4" fmla="*/ 713233 h 3903879"/>
              <a:gd name="connsiteX5" fmla="*/ 6096000 w 6096000"/>
              <a:gd name="connsiteY5" fmla="*/ 713233 h 3903879"/>
              <a:gd name="connsiteX6" fmla="*/ 6096000 w 6096000"/>
              <a:gd name="connsiteY6" fmla="*/ 1201783 h 3903879"/>
              <a:gd name="connsiteX7" fmla="*/ 5791961 w 6096000"/>
              <a:gd name="connsiteY7" fmla="*/ 1201783 h 3903879"/>
              <a:gd name="connsiteX8" fmla="*/ 5791961 w 6096000"/>
              <a:gd name="connsiteY8" fmla="*/ 1202400 h 3903879"/>
              <a:gd name="connsiteX9" fmla="*/ 6096000 w 6096000"/>
              <a:gd name="connsiteY9" fmla="*/ 1202400 h 3903879"/>
              <a:gd name="connsiteX10" fmla="*/ 6096000 w 6096000"/>
              <a:gd name="connsiteY10" fmla="*/ 3429000 h 3903879"/>
              <a:gd name="connsiteX11" fmla="*/ 3030735 w 6096000"/>
              <a:gd name="connsiteY11" fmla="*/ 3429000 h 3903879"/>
              <a:gd name="connsiteX12" fmla="*/ 3030735 w 6096000"/>
              <a:gd name="connsiteY12" fmla="*/ 3903879 h 3903879"/>
              <a:gd name="connsiteX13" fmla="*/ 0 w 6096000"/>
              <a:gd name="connsiteY13" fmla="*/ 3903879 h 3903879"/>
              <a:gd name="connsiteX14" fmla="*/ 0 w 6096000"/>
              <a:gd name="connsiteY14" fmla="*/ 3429000 h 3903879"/>
              <a:gd name="connsiteX15" fmla="*/ 0 w 6096000"/>
              <a:gd name="connsiteY15" fmla="*/ 3399879 h 390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96000" h="3903879">
                <a:moveTo>
                  <a:pt x="0" y="0"/>
                </a:moveTo>
                <a:lnTo>
                  <a:pt x="5752215" y="0"/>
                </a:lnTo>
                <a:lnTo>
                  <a:pt x="5791961" y="0"/>
                </a:lnTo>
                <a:lnTo>
                  <a:pt x="5862828" y="0"/>
                </a:lnTo>
                <a:lnTo>
                  <a:pt x="5862828" y="713233"/>
                </a:lnTo>
                <a:lnTo>
                  <a:pt x="6096000" y="713233"/>
                </a:lnTo>
                <a:lnTo>
                  <a:pt x="6096000" y="1201783"/>
                </a:lnTo>
                <a:lnTo>
                  <a:pt x="5791961" y="1201783"/>
                </a:lnTo>
                <a:lnTo>
                  <a:pt x="5791961" y="1202400"/>
                </a:lnTo>
                <a:lnTo>
                  <a:pt x="6096000" y="1202400"/>
                </a:lnTo>
                <a:lnTo>
                  <a:pt x="6096000" y="3429000"/>
                </a:lnTo>
                <a:lnTo>
                  <a:pt x="3030735" y="3429000"/>
                </a:lnTo>
                <a:lnTo>
                  <a:pt x="3030735" y="3903879"/>
                </a:lnTo>
                <a:lnTo>
                  <a:pt x="0" y="3903879"/>
                </a:lnTo>
                <a:lnTo>
                  <a:pt x="0" y="3429000"/>
                </a:lnTo>
                <a:lnTo>
                  <a:pt x="0" y="33998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1102027"/>
            <a:ext cx="4958376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1AEC-C0D8-4140-B10E-BE8F9A13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001" y="1080000"/>
            <a:ext cx="5124000" cy="5330671"/>
          </a:xfrm>
        </p:spPr>
        <p:txBody>
          <a:bodyPr/>
          <a:lstStyle>
            <a:lvl1pPr>
              <a:tabLst>
                <a:tab pos="5184000" algn="r"/>
              </a:tabLst>
              <a:defRPr/>
            </a:lvl1pPr>
            <a:lvl2pPr>
              <a:tabLst>
                <a:tab pos="5184000" algn="r"/>
              </a:tabLst>
              <a:defRPr/>
            </a:lvl2pPr>
            <a:lvl3pPr>
              <a:tabLst>
                <a:tab pos="5184000" algn="r"/>
              </a:tabLst>
              <a:defRPr/>
            </a:lvl3pPr>
            <a:lvl4pPr>
              <a:tabLst>
                <a:tab pos="5184000" algn="r"/>
              </a:tabLst>
              <a:defRPr/>
            </a:lvl4pPr>
            <a:lvl5pPr>
              <a:tabLst>
                <a:tab pos="5184000" algn="r"/>
              </a:tabLst>
              <a:defRPr/>
            </a:lvl5pPr>
          </a:lstStyle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E9CA2D64-1BF2-463A-B09F-B830E49B1F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0442919-A525-4DB6-B0D8-98C8C5F8FF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5862827 w 6096000"/>
              <a:gd name="connsiteY1" fmla="*/ 0 h 6858000"/>
              <a:gd name="connsiteX2" fmla="*/ 5862827 w 6096000"/>
              <a:gd name="connsiteY2" fmla="*/ 713233 h 6858000"/>
              <a:gd name="connsiteX3" fmla="*/ 6096000 w 6096000"/>
              <a:gd name="connsiteY3" fmla="*/ 713233 h 6858000"/>
              <a:gd name="connsiteX4" fmla="*/ 6096000 w 6096000"/>
              <a:gd name="connsiteY4" fmla="*/ 6858000 h 6858000"/>
              <a:gd name="connsiteX5" fmla="*/ 0 w 6096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862827" y="0"/>
                </a:lnTo>
                <a:lnTo>
                  <a:pt x="5862827" y="713233"/>
                </a:lnTo>
                <a:lnTo>
                  <a:pt x="6096000" y="71323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0" y="1112651"/>
            <a:ext cx="5118001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450152E-61FA-41C3-80A1-504DE2E254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3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FE88036-4333-4DE7-87CC-532A7CC5FECE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0" y="1112651"/>
            <a:ext cx="5118001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A516E84-18FE-4C55-890F-A608766273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4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k_vlak">
            <a:extLst>
              <a:ext uri="{FF2B5EF4-FFF2-40B4-BE49-F238E27FC236}">
                <a16:creationId xmlns:a16="http://schemas.microsoft.com/office/drawing/2014/main" id="{15FA26EE-402E-46A9-9941-C5D4E3C785EE}"/>
              </a:ext>
            </a:extLst>
          </p:cNvPr>
          <p:cNvSpPr/>
          <p:nvPr userDrawn="1"/>
        </p:nvSpPr>
        <p:spPr>
          <a:xfrm>
            <a:off x="607961" y="936000"/>
            <a:ext cx="5626800" cy="2977116"/>
          </a:xfrm>
          <a:custGeom>
            <a:avLst/>
            <a:gdLst>
              <a:gd name="connsiteX0" fmla="*/ 0 w 5626800"/>
              <a:gd name="connsiteY0" fmla="*/ 0 h 2977116"/>
              <a:gd name="connsiteX1" fmla="*/ 5626800 w 5626800"/>
              <a:gd name="connsiteY1" fmla="*/ 0 h 2977116"/>
              <a:gd name="connsiteX2" fmla="*/ 5626800 w 5626800"/>
              <a:gd name="connsiteY2" fmla="*/ 2503967 h 2977116"/>
              <a:gd name="connsiteX3" fmla="*/ 3060000 w 5626800"/>
              <a:gd name="connsiteY3" fmla="*/ 2503967 h 2977116"/>
              <a:gd name="connsiteX4" fmla="*/ 3060000 w 5626800"/>
              <a:gd name="connsiteY4" fmla="*/ 2977116 h 2977116"/>
              <a:gd name="connsiteX5" fmla="*/ 0 w 5626800"/>
              <a:gd name="connsiteY5" fmla="*/ 2977116 h 2977116"/>
              <a:gd name="connsiteX6" fmla="*/ 0 w 5626800"/>
              <a:gd name="connsiteY6" fmla="*/ 2503967 h 2977116"/>
              <a:gd name="connsiteX7" fmla="*/ 0 w 5626800"/>
              <a:gd name="connsiteY7" fmla="*/ 2275367 h 297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6800" h="2977116">
                <a:moveTo>
                  <a:pt x="0" y="0"/>
                </a:moveTo>
                <a:lnTo>
                  <a:pt x="5626800" y="0"/>
                </a:lnTo>
                <a:lnTo>
                  <a:pt x="5626800" y="2503967"/>
                </a:lnTo>
                <a:lnTo>
                  <a:pt x="3060000" y="2503967"/>
                </a:lnTo>
                <a:lnTo>
                  <a:pt x="3060000" y="2977116"/>
                </a:lnTo>
                <a:lnTo>
                  <a:pt x="0" y="2977116"/>
                </a:lnTo>
                <a:lnTo>
                  <a:pt x="0" y="2503967"/>
                </a:lnTo>
                <a:lnTo>
                  <a:pt x="0" y="227536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1" y="1386000"/>
            <a:ext cx="5040000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6" name="lk_logo">
            <a:extLst>
              <a:ext uri="{FF2B5EF4-FFF2-40B4-BE49-F238E27FC236}">
                <a16:creationId xmlns:a16="http://schemas.microsoft.com/office/drawing/2014/main" id="{BCCC6D6A-E19F-4CE5-985F-1FF29EDA7A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1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k_logo">
            <a:extLst>
              <a:ext uri="{FF2B5EF4-FFF2-40B4-BE49-F238E27FC236}">
                <a16:creationId xmlns:a16="http://schemas.microsoft.com/office/drawing/2014/main" id="{F6936DCB-ECD2-4238-ADE1-F1AAB5FB8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4" name="lk_vlak">
            <a:extLst>
              <a:ext uri="{FF2B5EF4-FFF2-40B4-BE49-F238E27FC236}">
                <a16:creationId xmlns:a16="http://schemas.microsoft.com/office/drawing/2014/main" id="{5884DF38-D206-4ACE-9124-B4CC87B23560}"/>
              </a:ext>
            </a:extLst>
          </p:cNvPr>
          <p:cNvSpPr/>
          <p:nvPr userDrawn="1"/>
        </p:nvSpPr>
        <p:spPr>
          <a:xfrm>
            <a:off x="6560288" y="936000"/>
            <a:ext cx="5019712" cy="2966483"/>
          </a:xfrm>
          <a:custGeom>
            <a:avLst/>
            <a:gdLst>
              <a:gd name="connsiteX0" fmla="*/ 0 w 5167424"/>
              <a:gd name="connsiteY0" fmla="*/ 0 h 2966483"/>
              <a:gd name="connsiteX1" fmla="*/ 5167424 w 5167424"/>
              <a:gd name="connsiteY1" fmla="*/ 0 h 2966483"/>
              <a:gd name="connsiteX2" fmla="*/ 5167424 w 5167424"/>
              <a:gd name="connsiteY2" fmla="*/ 2503967 h 2966483"/>
              <a:gd name="connsiteX3" fmla="*/ 2583712 w 5167424"/>
              <a:gd name="connsiteY3" fmla="*/ 2503967 h 2966483"/>
              <a:gd name="connsiteX4" fmla="*/ 2583712 w 5167424"/>
              <a:gd name="connsiteY4" fmla="*/ 2966483 h 2966483"/>
              <a:gd name="connsiteX5" fmla="*/ 0 w 5167424"/>
              <a:gd name="connsiteY5" fmla="*/ 2966483 h 2966483"/>
              <a:gd name="connsiteX6" fmla="*/ 0 w 5167424"/>
              <a:gd name="connsiteY6" fmla="*/ 2503967 h 296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7424" h="2966483">
                <a:moveTo>
                  <a:pt x="0" y="0"/>
                </a:moveTo>
                <a:lnTo>
                  <a:pt x="5167424" y="0"/>
                </a:lnTo>
                <a:lnTo>
                  <a:pt x="5167424" y="2503967"/>
                </a:lnTo>
                <a:lnTo>
                  <a:pt x="2583712" y="2503967"/>
                </a:lnTo>
                <a:lnTo>
                  <a:pt x="2583712" y="2966483"/>
                </a:lnTo>
                <a:lnTo>
                  <a:pt x="0" y="2966483"/>
                </a:lnTo>
                <a:lnTo>
                  <a:pt x="0" y="25039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AC5421-72D2-44B2-82D4-86E4F674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739" y="1386000"/>
            <a:ext cx="4173973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4C2544E-C072-4A13-BC53-15870B8E83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5862827 w 6096000"/>
              <a:gd name="connsiteY1" fmla="*/ 0 h 6858000"/>
              <a:gd name="connsiteX2" fmla="*/ 5862827 w 6096000"/>
              <a:gd name="connsiteY2" fmla="*/ 713233 h 6858000"/>
              <a:gd name="connsiteX3" fmla="*/ 6096000 w 6096000"/>
              <a:gd name="connsiteY3" fmla="*/ 713233 h 6858000"/>
              <a:gd name="connsiteX4" fmla="*/ 6096000 w 6096000"/>
              <a:gd name="connsiteY4" fmla="*/ 6858000 h 6858000"/>
              <a:gd name="connsiteX5" fmla="*/ 0 w 6096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862827" y="0"/>
                </a:lnTo>
                <a:lnTo>
                  <a:pt x="5862827" y="713233"/>
                </a:lnTo>
                <a:lnTo>
                  <a:pt x="6096000" y="71323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618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B5B241-EB15-486F-B823-EDEDEBC9006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vlak">
            <a:extLst>
              <a:ext uri="{FF2B5EF4-FFF2-40B4-BE49-F238E27FC236}">
                <a16:creationId xmlns:a16="http://schemas.microsoft.com/office/drawing/2014/main" id="{3ECAAE32-AE85-4966-85E6-AC7FEEFE052F}"/>
              </a:ext>
            </a:extLst>
          </p:cNvPr>
          <p:cNvSpPr/>
          <p:nvPr userDrawn="1"/>
        </p:nvSpPr>
        <p:spPr>
          <a:xfrm>
            <a:off x="612000" y="936000"/>
            <a:ext cx="5023424" cy="2966483"/>
          </a:xfrm>
          <a:custGeom>
            <a:avLst/>
            <a:gdLst>
              <a:gd name="connsiteX0" fmla="*/ 0 w 5167424"/>
              <a:gd name="connsiteY0" fmla="*/ 0 h 2966483"/>
              <a:gd name="connsiteX1" fmla="*/ 5167424 w 5167424"/>
              <a:gd name="connsiteY1" fmla="*/ 0 h 2966483"/>
              <a:gd name="connsiteX2" fmla="*/ 5167424 w 5167424"/>
              <a:gd name="connsiteY2" fmla="*/ 2503967 h 2966483"/>
              <a:gd name="connsiteX3" fmla="*/ 2583712 w 5167424"/>
              <a:gd name="connsiteY3" fmla="*/ 2503967 h 2966483"/>
              <a:gd name="connsiteX4" fmla="*/ 2583712 w 5167424"/>
              <a:gd name="connsiteY4" fmla="*/ 2966483 h 2966483"/>
              <a:gd name="connsiteX5" fmla="*/ 0 w 5167424"/>
              <a:gd name="connsiteY5" fmla="*/ 2966483 h 2966483"/>
              <a:gd name="connsiteX6" fmla="*/ 0 w 5167424"/>
              <a:gd name="connsiteY6" fmla="*/ 2503967 h 296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7424" h="2966483">
                <a:moveTo>
                  <a:pt x="0" y="0"/>
                </a:moveTo>
                <a:lnTo>
                  <a:pt x="5167424" y="0"/>
                </a:lnTo>
                <a:lnTo>
                  <a:pt x="5167424" y="2503967"/>
                </a:lnTo>
                <a:lnTo>
                  <a:pt x="2583712" y="2503967"/>
                </a:lnTo>
                <a:lnTo>
                  <a:pt x="2583712" y="2966483"/>
                </a:lnTo>
                <a:lnTo>
                  <a:pt x="0" y="2966483"/>
                </a:lnTo>
                <a:lnTo>
                  <a:pt x="0" y="25039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72" y="1386000"/>
            <a:ext cx="4556167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6936DCB-ECD2-4238-ADE1-F1AAB5FB8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12233A53-2829-445E-9B70-9861D7C96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4000" y="792000"/>
            <a:ext cx="5136000" cy="4543562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729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_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k_logo">
            <a:extLst>
              <a:ext uri="{FF2B5EF4-FFF2-40B4-BE49-F238E27FC236}">
                <a16:creationId xmlns:a16="http://schemas.microsoft.com/office/drawing/2014/main" id="{F6936DCB-ECD2-4238-ADE1-F1AAB5FB8E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2" name="lk_vlak">
            <a:extLst>
              <a:ext uri="{FF2B5EF4-FFF2-40B4-BE49-F238E27FC236}">
                <a16:creationId xmlns:a16="http://schemas.microsoft.com/office/drawing/2014/main" id="{728F760B-9E73-4AFC-97DF-B1EA81D8176C}"/>
              </a:ext>
            </a:extLst>
          </p:cNvPr>
          <p:cNvSpPr/>
          <p:nvPr userDrawn="1"/>
        </p:nvSpPr>
        <p:spPr>
          <a:xfrm>
            <a:off x="6555517" y="3429000"/>
            <a:ext cx="5024484" cy="2971883"/>
          </a:xfrm>
          <a:custGeom>
            <a:avLst/>
            <a:gdLst>
              <a:gd name="connsiteX0" fmla="*/ 2482157 w 5170771"/>
              <a:gd name="connsiteY0" fmla="*/ 0 h 2971883"/>
              <a:gd name="connsiteX1" fmla="*/ 5168260 w 5170771"/>
              <a:gd name="connsiteY1" fmla="*/ 0 h 2971883"/>
              <a:gd name="connsiteX2" fmla="*/ 5168260 w 5170771"/>
              <a:gd name="connsiteY2" fmla="*/ 451883 h 2971883"/>
              <a:gd name="connsiteX3" fmla="*/ 5170771 w 5170771"/>
              <a:gd name="connsiteY3" fmla="*/ 451883 h 2971883"/>
              <a:gd name="connsiteX4" fmla="*/ 5170771 w 5170771"/>
              <a:gd name="connsiteY4" fmla="*/ 2971883 h 2971883"/>
              <a:gd name="connsiteX5" fmla="*/ 0 w 5170771"/>
              <a:gd name="connsiteY5" fmla="*/ 2971883 h 2971883"/>
              <a:gd name="connsiteX6" fmla="*/ 0 w 5170771"/>
              <a:gd name="connsiteY6" fmla="*/ 451883 h 2971883"/>
              <a:gd name="connsiteX7" fmla="*/ 2482157 w 5170771"/>
              <a:gd name="connsiteY7" fmla="*/ 451883 h 2971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70771" h="2971883">
                <a:moveTo>
                  <a:pt x="2482157" y="0"/>
                </a:moveTo>
                <a:lnTo>
                  <a:pt x="5168260" y="0"/>
                </a:lnTo>
                <a:lnTo>
                  <a:pt x="5168260" y="451883"/>
                </a:lnTo>
                <a:lnTo>
                  <a:pt x="5170771" y="451883"/>
                </a:lnTo>
                <a:lnTo>
                  <a:pt x="5170771" y="2971883"/>
                </a:lnTo>
                <a:lnTo>
                  <a:pt x="0" y="2971883"/>
                </a:lnTo>
                <a:lnTo>
                  <a:pt x="0" y="451883"/>
                </a:lnTo>
                <a:lnTo>
                  <a:pt x="2482157" y="4518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AC5421-72D2-44B2-82D4-86E4F674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739" y="4320000"/>
            <a:ext cx="4254996" cy="16624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2646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D38F1CB1-2492-47E0-9B61-D3DFE8AF3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95B8AB-35B8-4466-8D4D-54E5D48380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000" y="1566000"/>
            <a:ext cx="10980000" cy="4824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1101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900000"/>
            <a:ext cx="8280000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1FF55FD-27B5-4834-9EA8-412F5CEE07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32000" y="900000"/>
            <a:ext cx="2448000" cy="5454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0B09F9B-A553-4416-8D7C-6A235E5E16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1566000"/>
            <a:ext cx="8280000" cy="4824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49B94D3-C6B0-46C5-B588-001B2FE409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1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eeld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1FF55FD-27B5-4834-9EA8-412F5CEE07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337" y="936000"/>
            <a:ext cx="7907663" cy="5454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E23F0E-4EA4-43B0-B0A4-F986548D7D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849600"/>
            <a:ext cx="2644384" cy="55404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117FA95C-3CFE-4216-BA41-4FE69AB3AD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89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Beeld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1" y="900000"/>
            <a:ext cx="5250118" cy="641458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1FF55FD-27B5-4834-9EA8-412F5CEE07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29172" y="936000"/>
            <a:ext cx="5250118" cy="5454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3CB952-AAA7-438C-A7E8-DE2D1BDA0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1566000"/>
            <a:ext cx="5256362" cy="4896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F5816E5F-54A9-4C51-AFD0-FD99B876C6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31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e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C331A13-1A23-45B9-B4EC-7339F4C8D6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000" y="954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A672AB2D-1990-48A7-B01A-84C14EED5B8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46000" y="954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F806B7EE-0E14-4546-95EA-AD315680EC1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80000" y="954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nl-NL"/>
              <a:t> 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3C03B10F-8534-4496-A4D0-5D8FE0FF871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14000" y="954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C00F1847-191C-41AB-BCEA-D18C6E1F574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2000" y="3906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B88BDDD9-FFEE-4E82-A1FC-B2377F48E30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46000" y="3906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6E0827A3-66D2-4B1E-9BED-034E304D94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80000" y="3906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F18AEDA2-F2F8-4FF7-8246-329983C6920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14000" y="3906000"/>
            <a:ext cx="2466000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42F0B6D9-B9CC-47CF-A895-053D75CD26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940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C331A13-1A23-45B9-B4EC-7339F4C8D6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000" y="954000"/>
            <a:ext cx="5256336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F806B7EE-0E14-4546-95EA-AD315680EC1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653" y="954000"/>
            <a:ext cx="5254347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nl-NL"/>
              <a:t> 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C00F1847-191C-41AB-BCEA-D18C6E1F574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2000" y="3906000"/>
            <a:ext cx="5256336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6E0827A3-66D2-4B1E-9BED-034E304D94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5654" y="3906000"/>
            <a:ext cx="5254346" cy="2466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8FB787D8-B20B-4CDD-AD31-9D142FE013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1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en_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C331A13-1A23-45B9-B4EC-7339F4C8D6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000" y="954000"/>
            <a:ext cx="5237675" cy="541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F806B7EE-0E14-4546-95EA-AD315680EC1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25653" y="954000"/>
            <a:ext cx="5254347" cy="5418000"/>
          </a:xfrm>
          <a:blipFill>
            <a:blip r:embed="rId2"/>
            <a:stretch>
              <a:fillRect/>
            </a:stretch>
          </a:blipFill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B3BB627-22B4-4ED1-8CE0-89651AA223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63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eeld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95B8AB-35B8-4466-8D4D-54E5D48380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9999" y="1566000"/>
            <a:ext cx="5089959" cy="4824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9" y="900000"/>
            <a:ext cx="5089959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8DCF1B39-750D-4E47-9F74-7C86C2C295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2700B48-28A0-4CBA-BE88-289DF7F9DEA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5862827 w 6096000"/>
              <a:gd name="connsiteY1" fmla="*/ 0 h 6858000"/>
              <a:gd name="connsiteX2" fmla="*/ 5862827 w 6096000"/>
              <a:gd name="connsiteY2" fmla="*/ 713233 h 6858000"/>
              <a:gd name="connsiteX3" fmla="*/ 6096000 w 6096000"/>
              <a:gd name="connsiteY3" fmla="*/ 713233 h 6858000"/>
              <a:gd name="connsiteX4" fmla="*/ 6096000 w 6096000"/>
              <a:gd name="connsiteY4" fmla="*/ 6858000 h 6858000"/>
              <a:gd name="connsiteX5" fmla="*/ 0 w 6096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862827" y="0"/>
                </a:lnTo>
                <a:lnTo>
                  <a:pt x="5862827" y="713233"/>
                </a:lnTo>
                <a:lnTo>
                  <a:pt x="6096000" y="713233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8419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eeld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FC5E962A-7CFF-4532-B1F1-3144E8763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000" y="-720000"/>
            <a:ext cx="13633704" cy="82981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3564000"/>
            <a:ext cx="10967999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38F1CB1-2492-47E0-9B61-D3DFE8AF36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95B8AB-35B8-4466-8D4D-54E5D48380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000" y="4230000"/>
            <a:ext cx="10967999" cy="219014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6033302-59F3-4293-B0BB-0375879110B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5862827 w 12192000"/>
              <a:gd name="connsiteY1" fmla="*/ 0 h 3429000"/>
              <a:gd name="connsiteX2" fmla="*/ 5862827 w 12192000"/>
              <a:gd name="connsiteY2" fmla="*/ 713232 h 3429000"/>
              <a:gd name="connsiteX3" fmla="*/ 6329172 w 12192000"/>
              <a:gd name="connsiteY3" fmla="*/ 713232 h 3429000"/>
              <a:gd name="connsiteX4" fmla="*/ 6329172 w 12192000"/>
              <a:gd name="connsiteY4" fmla="*/ 0 h 3429000"/>
              <a:gd name="connsiteX5" fmla="*/ 12192000 w 12192000"/>
              <a:gd name="connsiteY5" fmla="*/ 0 h 3429000"/>
              <a:gd name="connsiteX6" fmla="*/ 1219200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5862827" y="0"/>
                </a:lnTo>
                <a:lnTo>
                  <a:pt x="5862827" y="713232"/>
                </a:lnTo>
                <a:lnTo>
                  <a:pt x="6329172" y="713232"/>
                </a:lnTo>
                <a:lnTo>
                  <a:pt x="6329172" y="0"/>
                </a:ln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/>
              <a:t> 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0594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D38F1CB1-2492-47E0-9B61-D3DFE8AF3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0C13572-2987-45D9-8A6C-8B8A3A3F5F6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2000" y="864000"/>
            <a:ext cx="5137959" cy="54000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Chart Placeholder 3">
            <a:extLst>
              <a:ext uri="{FF2B5EF4-FFF2-40B4-BE49-F238E27FC236}">
                <a16:creationId xmlns:a16="http://schemas.microsoft.com/office/drawing/2014/main" id="{A71DB2E8-659C-469E-A25E-1AE8D249A29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32002" y="864000"/>
            <a:ext cx="5147998" cy="5400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189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en ongelij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0C13572-2987-45D9-8A6C-8B8A3A3F5F60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2000" y="1692026"/>
            <a:ext cx="7493508" cy="4571974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Chart Placeholder 3">
            <a:extLst>
              <a:ext uri="{FF2B5EF4-FFF2-40B4-BE49-F238E27FC236}">
                <a16:creationId xmlns:a16="http://schemas.microsoft.com/office/drawing/2014/main" id="{A71DB2E8-659C-469E-A25E-1AE8D249A29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8460001" y="1692026"/>
            <a:ext cx="3120000" cy="4571974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DAFD686-1151-48C3-9569-CDD391AD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743" y="900000"/>
            <a:ext cx="10632388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87D6590-23E4-47A3-A663-DAFB3D5005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21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3A42B7-63B7-4004-A3A6-CD889C449E5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900000"/>
            <a:ext cx="5256930" cy="641458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3CB952-AAA7-438C-A7E8-DE2D1BDA0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1566000"/>
            <a:ext cx="5261872" cy="4896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BAD86F60-6EAC-4EAC-A745-4F32A667A14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432002" y="1566000"/>
            <a:ext cx="5147998" cy="4698000"/>
          </a:xfrm>
        </p:spPr>
        <p:txBody>
          <a:bodyPr/>
          <a:lstStyle/>
          <a:p>
            <a:endParaRPr lang="en-GB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D5E54653-E6D3-43E5-B62F-BED9B555BA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195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met tit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659" y="900000"/>
            <a:ext cx="10672340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9CDACD52-6053-4761-ACD5-AF8438C33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000" y="1567331"/>
            <a:ext cx="8897510" cy="431590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Click to edit Master subtitle style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BB999A82-F972-4435-A0A2-27C59EFFADD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68618" y="2179638"/>
            <a:ext cx="10496281" cy="4168775"/>
          </a:xfrm>
        </p:spPr>
        <p:txBody>
          <a:bodyPr/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C57DC97C-57B8-465B-88FB-BA298E224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83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BB999A82-F972-4435-A0A2-27C59EFFADD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2000" y="936000"/>
            <a:ext cx="10957959" cy="5472000"/>
          </a:xfrm>
        </p:spPr>
        <p:txBody>
          <a:bodyPr/>
          <a:lstStyle/>
          <a:p>
            <a:endParaRPr lang="en-GB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B7C8DDCA-3749-4D63-A1D7-B339DF0196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196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3A42B7-63B7-4004-A3A6-CD889C449E5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900000"/>
            <a:ext cx="5247007" cy="641458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3CB952-AAA7-438C-A7E8-DE2D1BDA0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1566000"/>
            <a:ext cx="5251940" cy="4896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9E9F549A-3DCE-439B-BD15-4E58F62DF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653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tekstvlak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00" y="3429000"/>
            <a:ext cx="5872776" cy="2078665"/>
          </a:xfr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460229F-F2E3-4B6A-93E7-1A9E4218C5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00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 tekstvlak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00" y="914400"/>
            <a:ext cx="5489509" cy="1722474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E0946-C12D-4C45-A3AA-E3E10208F091}"/>
              </a:ext>
            </a:extLst>
          </p:cNvPr>
          <p:cNvSpPr/>
          <p:nvPr userDrawn="1"/>
        </p:nvSpPr>
        <p:spPr>
          <a:xfrm>
            <a:off x="446567" y="91440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36BEF143-758B-4027-BC3B-084D700F80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926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3A42B7-63B7-4004-A3A6-CD889C449E58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900000"/>
            <a:ext cx="5266252" cy="641458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3B8A725-7E3A-4ABA-9A44-FCFD42745E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524979"/>
            <a:ext cx="12192000" cy="223850"/>
          </a:xfrm>
          <a:prstGeom prst="bentConnector3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logo">
            <a:extLst>
              <a:ext uri="{FF2B5EF4-FFF2-40B4-BE49-F238E27FC236}">
                <a16:creationId xmlns:a16="http://schemas.microsoft.com/office/drawing/2014/main" id="{D38F1CB1-2492-47E0-9B61-D3DFE8AF3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3CB952-AAA7-438C-A7E8-DE2D1BDA0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2000" y="1566000"/>
            <a:ext cx="5271203" cy="4896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2152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k_vlak">
            <a:extLst>
              <a:ext uri="{FF2B5EF4-FFF2-40B4-BE49-F238E27FC236}">
                <a16:creationId xmlns:a16="http://schemas.microsoft.com/office/drawing/2014/main" id="{5C13CFF9-4C95-4047-9026-3A34D42F173B}"/>
              </a:ext>
            </a:extLst>
          </p:cNvPr>
          <p:cNvSpPr/>
          <p:nvPr userDrawn="1"/>
        </p:nvSpPr>
        <p:spPr>
          <a:xfrm>
            <a:off x="-1" y="-1"/>
            <a:ext cx="6096001" cy="3276000"/>
          </a:xfrm>
          <a:custGeom>
            <a:avLst/>
            <a:gdLst>
              <a:gd name="connsiteX0" fmla="*/ 1 w 6096001"/>
              <a:gd name="connsiteY0" fmla="*/ 0 h 3276000"/>
              <a:gd name="connsiteX1" fmla="*/ 5862828 w 6096001"/>
              <a:gd name="connsiteY1" fmla="*/ 0 h 3276000"/>
              <a:gd name="connsiteX2" fmla="*/ 5862828 w 6096001"/>
              <a:gd name="connsiteY2" fmla="*/ 713233 h 3276000"/>
              <a:gd name="connsiteX3" fmla="*/ 6096001 w 6096001"/>
              <a:gd name="connsiteY3" fmla="*/ 713233 h 3276000"/>
              <a:gd name="connsiteX4" fmla="*/ 6096001 w 6096001"/>
              <a:gd name="connsiteY4" fmla="*/ 2826000 h 3276000"/>
              <a:gd name="connsiteX5" fmla="*/ 3048001 w 6096001"/>
              <a:gd name="connsiteY5" fmla="*/ 2826000 h 3276000"/>
              <a:gd name="connsiteX6" fmla="*/ 3048001 w 6096001"/>
              <a:gd name="connsiteY6" fmla="*/ 3276000 h 3276000"/>
              <a:gd name="connsiteX7" fmla="*/ 0 w 6096001"/>
              <a:gd name="connsiteY7" fmla="*/ 3276000 h 3276000"/>
              <a:gd name="connsiteX8" fmla="*/ 0 w 6096001"/>
              <a:gd name="connsiteY8" fmla="*/ 2826000 h 3276000"/>
              <a:gd name="connsiteX9" fmla="*/ 1 w 6096001"/>
              <a:gd name="connsiteY9" fmla="*/ 2826000 h 32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6001" h="3276000">
                <a:moveTo>
                  <a:pt x="1" y="0"/>
                </a:moveTo>
                <a:lnTo>
                  <a:pt x="5862828" y="0"/>
                </a:lnTo>
                <a:lnTo>
                  <a:pt x="5862828" y="713233"/>
                </a:lnTo>
                <a:lnTo>
                  <a:pt x="6096001" y="713233"/>
                </a:lnTo>
                <a:lnTo>
                  <a:pt x="6096001" y="2826000"/>
                </a:lnTo>
                <a:lnTo>
                  <a:pt x="3048001" y="2826000"/>
                </a:lnTo>
                <a:lnTo>
                  <a:pt x="3048001" y="3276000"/>
                </a:lnTo>
                <a:lnTo>
                  <a:pt x="0" y="3276000"/>
                </a:lnTo>
                <a:lnTo>
                  <a:pt x="0" y="2826000"/>
                </a:lnTo>
                <a:lnTo>
                  <a:pt x="1" y="2826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7621-5CA4-4A06-BCA5-F74D297D5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00" y="745200"/>
            <a:ext cx="5042351" cy="182880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/>
            </a:lvl1pPr>
          </a:lstStyle>
          <a:p>
            <a:r>
              <a:rPr lang="nl-NL"/>
              <a:t>Click to edit Master title style</a:t>
            </a:r>
          </a:p>
        </p:txBody>
      </p:sp>
      <p:pic>
        <p:nvPicPr>
          <p:cNvPr id="7" name="lk_logo">
            <a:extLst>
              <a:ext uri="{FF2B5EF4-FFF2-40B4-BE49-F238E27FC236}">
                <a16:creationId xmlns:a16="http://schemas.microsoft.com/office/drawing/2014/main" id="{17B88E2F-5CDA-4DAC-A914-8427276FCB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328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FC2443-0225-488A-A1CA-84A350A9933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1947-081B-42CD-927A-D16C220C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56A01-4A28-4BB8-85FC-7224E5C6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D38F1CB1-2492-47E0-9B61-D3DFE8AF36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27" y="0"/>
            <a:ext cx="466345" cy="71323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95B8AB-35B8-4466-8D4D-54E5D48380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80000" y="1566000"/>
            <a:ext cx="5099290" cy="4824000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D9EF-1054-4000-9C52-F1D9055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0" y="900000"/>
            <a:ext cx="5099290" cy="605259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28120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69A8-9BC0-4C9B-86FF-B9C0711B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D614D-5A00-4303-99A3-0FCD608A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DF740-838D-4D8C-A32E-A177E5354054}" type="datetime1">
              <a:rPr lang="nl-NL" smtClean="0"/>
              <a:t>05-03-2026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E07D6-7C77-47CD-B34D-E3F9C9B9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1E473-9894-4620-B0F0-D33FCCC1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32920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849122"/>
            <a:ext cx="4873359" cy="604183"/>
          </a:xfrm>
        </p:spPr>
        <p:txBody>
          <a:bodyPr/>
          <a:lstStyle/>
          <a:p>
            <a:r>
              <a:rPr lang="nl-NL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2A1FF7-37ED-4720-A5C3-0D1B626F1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2000" y="1420647"/>
            <a:ext cx="4873359" cy="5225367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454"/>
              </a:spcBef>
              <a:spcAft>
                <a:spcPts val="0"/>
              </a:spcAft>
              <a:defRPr sz="1400" b="1">
                <a:latin typeface="+mj-lt"/>
              </a:defRPr>
            </a:lvl2pPr>
            <a:lvl3pPr marL="130637" indent="-130637">
              <a:spcBef>
                <a:spcPts val="454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 b="0">
                <a:solidFill>
                  <a:schemeClr val="tx1"/>
                </a:solidFill>
                <a:latin typeface="+mn-lt"/>
              </a:defRPr>
            </a:lvl3pPr>
            <a:lvl4pPr marL="261274" indent="-130637">
              <a:lnSpc>
                <a:spcPct val="100000"/>
              </a:lnSpc>
              <a:spcBef>
                <a:spcPts val="454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50" b="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AFDFC96-36A0-450F-B97A-CB155A112A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7471" y="1420647"/>
            <a:ext cx="5352529" cy="5225367"/>
          </a:xfrm>
        </p:spPr>
        <p:txBody>
          <a:bodyPr>
            <a:normAutofit/>
          </a:bodyPr>
          <a:lstStyle>
            <a:lvl1pPr>
              <a:defRPr sz="105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100000"/>
              </a:lnSpc>
              <a:spcBef>
                <a:spcPts val="454"/>
              </a:spcBef>
              <a:spcAft>
                <a:spcPts val="0"/>
              </a:spcAft>
              <a:defRPr sz="1400" b="1">
                <a:latin typeface="+mj-lt"/>
              </a:defRPr>
            </a:lvl2pPr>
            <a:lvl3pPr marL="130637" indent="-130637">
              <a:spcBef>
                <a:spcPts val="454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  <a:latin typeface="+mn-lt"/>
              </a:defRPr>
            </a:lvl3pPr>
            <a:lvl4pPr marL="261274" indent="-130637">
              <a:lnSpc>
                <a:spcPct val="100000"/>
              </a:lnSpc>
              <a:spcBef>
                <a:spcPts val="454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50" b="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72724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6770B-D90F-4413-917D-0ABF0061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D6FB1-52FB-4DD4-9CDA-09779042A8A0}" type="datetime1">
              <a:rPr lang="nl-NL" smtClean="0"/>
              <a:t>05-03-2026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5AFE7-8BC9-4CF5-AB0A-E26463B5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9AD1-2941-4EE2-AE8D-BB30E0DD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F0448-98B7-42C3-B312-4D753908D86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575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7A3FEF45-B665-436C-A51E-4562AA82F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7299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C4E47-5DE6-42CD-9A94-7F33458D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00" y="900000"/>
            <a:ext cx="10967999" cy="6052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C8734-4C64-4D19-85D0-C4A307616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000" y="1567543"/>
            <a:ext cx="10968000" cy="4609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  <a:p>
            <a:pPr lvl="5"/>
            <a:r>
              <a:rPr lang="nl-NL"/>
              <a:t>Sixth level</a:t>
            </a:r>
          </a:p>
          <a:p>
            <a:pPr lvl="6"/>
            <a:r>
              <a:rPr lang="nl-NL"/>
              <a:t>Seventh level</a:t>
            </a:r>
          </a:p>
          <a:p>
            <a:pPr lvl="7"/>
            <a:r>
              <a:rPr lang="nl-NL"/>
              <a:t>Eighth level</a:t>
            </a:r>
          </a:p>
          <a:p>
            <a:pPr lvl="8"/>
            <a:r>
              <a:rPr lang="nl-NL"/>
              <a:t>Ninth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5D354-19BF-4477-8830-4F8B35767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000" y="6522097"/>
            <a:ext cx="2743200" cy="1993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4A2E2-9526-44D5-83A2-2EABD4D2B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24687" y="6613451"/>
            <a:ext cx="4953386" cy="199379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nl-NL"/>
              <a:t>Voettekst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B387-7688-4154-916E-9C9D3A634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6105" y="6613451"/>
            <a:ext cx="465751" cy="1993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19F0448-98B7-42C3-B312-4D753908D869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019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sldNum="0" hdr="0"/>
  <p:txStyles>
    <p:titleStyle>
      <a:lvl1pPr algn="l" defTabSz="2880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2880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288000" rtl="0" eaLnBrk="1" latinLnBrk="0" hangingPunct="1">
        <a:lnSpc>
          <a:spcPct val="100000"/>
        </a:lnSpc>
        <a:spcBef>
          <a:spcPts val="500"/>
        </a:spcBef>
        <a:buFontTx/>
        <a:buNone/>
        <a:defRPr sz="2400" b="1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l" defTabSz="2880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44000" indent="-144000" algn="l" defTabSz="2880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00" indent="-144000" algn="l" defTabSz="2880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00" indent="-288000" algn="l" defTabSz="2880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288000" algn="l" defTabSz="288000" rtl="0" eaLnBrk="1" latinLnBrk="0" hangingPunct="1">
        <a:lnSpc>
          <a:spcPct val="100000"/>
        </a:lnSpc>
        <a:spcBef>
          <a:spcPts val="500"/>
        </a:spcBef>
        <a:buFont typeface="+mj-lt"/>
        <a:buAutoNum type="alphaL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880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880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88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6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0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728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016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04000" algn="l" defTabSz="2880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99DA2-EF41-807D-43E3-252CB96CF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Product team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AB444BE-0846-A58E-67AC-78352592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C647-11CC-4613-8568-907FAA41870F}" type="datetime1">
              <a:rPr lang="nl-NL" smtClean="0"/>
              <a:t>05-03-2026</a:t>
            </a:fld>
            <a:endParaRPr lang="nl-NL" dirty="0"/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E2CEBDBB-1ABE-9745-76EE-667DBC3F6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Resultaten en </a:t>
            </a:r>
            <a:r>
              <a:rPr lang="nl-NL" dirty="0" err="1"/>
              <a:t>roadmap</a:t>
            </a:r>
            <a:r>
              <a:rPr lang="nl-NL" dirty="0"/>
              <a:t> AI platform</a:t>
            </a:r>
          </a:p>
        </p:txBody>
      </p:sp>
      <p:pic>
        <p:nvPicPr>
          <p:cNvPr id="7" name="Afbeelding 6" descr="Afbeelding met kleding, schoeisel, staan, persoon&#10;&#10;Door AI gegenereerde inhoud is mogelijk onjuist.">
            <a:extLst>
              <a:ext uri="{FF2B5EF4-FFF2-40B4-BE49-F238E27FC236}">
                <a16:creationId xmlns:a16="http://schemas.microsoft.com/office/drawing/2014/main" id="{F7866C16-3289-E143-B0C8-E4650D67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83" y="169331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85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501CE44B-7E26-88A2-26EF-D6B118BD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Producten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64329D23-1779-A201-072F-2F1C98D3B51E}"/>
              </a:ext>
            </a:extLst>
          </p:cNvPr>
          <p:cNvSpPr/>
          <p:nvPr/>
        </p:nvSpPr>
        <p:spPr>
          <a:xfrm>
            <a:off x="578224" y="2386361"/>
            <a:ext cx="3025588" cy="3557239"/>
          </a:xfrm>
          <a:prstGeom prst="rect">
            <a:avLst/>
          </a:prstGeom>
          <a:solidFill>
            <a:srgbClr val="7DB0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gateway</a:t>
            </a:r>
          </a:p>
        </p:txBody>
      </p:sp>
      <p:pic>
        <p:nvPicPr>
          <p:cNvPr id="25" name="Afbeelding 24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28256ADC-A6D4-70A4-B6F3-B11A4941EF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684618" y="1573561"/>
            <a:ext cx="812800" cy="812800"/>
          </a:xfrm>
          <a:prstGeom prst="rect">
            <a:avLst/>
          </a:prstGeom>
        </p:spPr>
      </p:pic>
      <p:sp>
        <p:nvSpPr>
          <p:cNvPr id="26" name="Rechthoek 25">
            <a:extLst>
              <a:ext uri="{FF2B5EF4-FFF2-40B4-BE49-F238E27FC236}">
                <a16:creationId xmlns:a16="http://schemas.microsoft.com/office/drawing/2014/main" id="{80B7FA5B-BFF3-5585-E51B-C651523ED797}"/>
              </a:ext>
            </a:extLst>
          </p:cNvPr>
          <p:cNvSpPr/>
          <p:nvPr/>
        </p:nvSpPr>
        <p:spPr>
          <a:xfrm>
            <a:off x="4583206" y="2376379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assistent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ED7A6675-5504-F8B8-69F8-9331B382ACBA}"/>
              </a:ext>
            </a:extLst>
          </p:cNvPr>
          <p:cNvSpPr/>
          <p:nvPr/>
        </p:nvSpPr>
        <p:spPr>
          <a:xfrm>
            <a:off x="8588188" y="2386361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</a:t>
            </a:r>
            <a:r>
              <a:rPr lang="nl-NL" b="1" dirty="0" err="1">
                <a:solidFill>
                  <a:schemeClr val="tx2"/>
                </a:solidFill>
              </a:rPr>
              <a:t>workflows</a:t>
            </a:r>
            <a:endParaRPr lang="nl-NL" b="1" dirty="0">
              <a:solidFill>
                <a:schemeClr val="tx2"/>
              </a:solidFill>
            </a:endParaRPr>
          </a:p>
        </p:txBody>
      </p:sp>
      <p:pic>
        <p:nvPicPr>
          <p:cNvPr id="29" name="Afbeelding 28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9D03E1BF-424B-740B-C64F-A13A612A06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89600" y="1573561"/>
            <a:ext cx="812800" cy="812800"/>
          </a:xfrm>
          <a:prstGeom prst="rect">
            <a:avLst/>
          </a:prstGeom>
        </p:spPr>
      </p:pic>
      <p:pic>
        <p:nvPicPr>
          <p:cNvPr id="31" name="Afbeelding 30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07AF3D51-A308-3AEB-D4FA-663CACD0740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94582" y="1654243"/>
            <a:ext cx="812800" cy="812800"/>
          </a:xfrm>
          <a:prstGeom prst="rect">
            <a:avLst/>
          </a:prstGeom>
        </p:spPr>
      </p:pic>
      <p:sp>
        <p:nvSpPr>
          <p:cNvPr id="32" name="Tekstvak 31">
            <a:extLst>
              <a:ext uri="{FF2B5EF4-FFF2-40B4-BE49-F238E27FC236}">
                <a16:creationId xmlns:a16="http://schemas.microsoft.com/office/drawing/2014/main" id="{F81DA196-631F-B1D1-BE86-7705827DEB4A}"/>
              </a:ext>
            </a:extLst>
          </p:cNvPr>
          <p:cNvSpPr txBox="1"/>
          <p:nvPr/>
        </p:nvSpPr>
        <p:spPr>
          <a:xfrm>
            <a:off x="578224" y="4531659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Centraal en veilig toegangspunt tot alle AI-modellen en tools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1065C82B-384F-1C52-E22F-479DAD080801}"/>
              </a:ext>
            </a:extLst>
          </p:cNvPr>
          <p:cNvSpPr txBox="1"/>
          <p:nvPr/>
        </p:nvSpPr>
        <p:spPr>
          <a:xfrm>
            <a:off x="4583206" y="4531658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Interactieve toegang tot bedrijfskennis en gekoppelde systemen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565E98C8-34D0-802A-3F11-B31D58597A8D}"/>
              </a:ext>
            </a:extLst>
          </p:cNvPr>
          <p:cNvSpPr txBox="1"/>
          <p:nvPr/>
        </p:nvSpPr>
        <p:spPr>
          <a:xfrm>
            <a:off x="8588188" y="4504764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 err="1">
                <a:solidFill>
                  <a:schemeClr val="tx2"/>
                </a:solidFill>
              </a:rPr>
              <a:t>Georchestreerde</a:t>
            </a:r>
            <a:r>
              <a:rPr lang="nl-NL" sz="1600" i="1" dirty="0">
                <a:solidFill>
                  <a:schemeClr val="tx2"/>
                </a:solidFill>
              </a:rPr>
              <a:t> uitvoering van AI-taken en datastromen</a:t>
            </a:r>
          </a:p>
        </p:txBody>
      </p:sp>
    </p:spTree>
    <p:extLst>
      <p:ext uri="{BB962C8B-B14F-4D97-AF65-F5344CB8AC3E}">
        <p14:creationId xmlns:p14="http://schemas.microsoft.com/office/powerpoint/2010/main" val="367034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9F201-8CCD-9558-93AA-AA607EFD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D180330A-9296-F324-4E65-95841EBE1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Status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95D11385-7BF7-4F22-8E47-CBD5F5727803}"/>
              </a:ext>
            </a:extLst>
          </p:cNvPr>
          <p:cNvSpPr/>
          <p:nvPr/>
        </p:nvSpPr>
        <p:spPr>
          <a:xfrm>
            <a:off x="685707" y="2399808"/>
            <a:ext cx="3025588" cy="3557239"/>
          </a:xfrm>
          <a:prstGeom prst="rect">
            <a:avLst/>
          </a:prstGeom>
          <a:solidFill>
            <a:srgbClr val="7DB0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gateway</a:t>
            </a:r>
          </a:p>
        </p:txBody>
      </p:sp>
      <p:pic>
        <p:nvPicPr>
          <p:cNvPr id="25" name="Afbeelding 24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866AD2EF-DFE7-66C5-28ED-C80D2B4533F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792101" y="1587008"/>
            <a:ext cx="812800" cy="812800"/>
          </a:xfrm>
          <a:prstGeom prst="rect">
            <a:avLst/>
          </a:prstGeom>
        </p:spPr>
      </p:pic>
      <p:sp>
        <p:nvSpPr>
          <p:cNvPr id="32" name="Tekstvak 31">
            <a:extLst>
              <a:ext uri="{FF2B5EF4-FFF2-40B4-BE49-F238E27FC236}">
                <a16:creationId xmlns:a16="http://schemas.microsoft.com/office/drawing/2014/main" id="{531F12F8-571C-D2E8-25ED-EB6FE24CC16B}"/>
              </a:ext>
            </a:extLst>
          </p:cNvPr>
          <p:cNvSpPr txBox="1"/>
          <p:nvPr/>
        </p:nvSpPr>
        <p:spPr>
          <a:xfrm>
            <a:off x="685707" y="4545106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Centraal en veilig toegangspunt tot alle AI-modellen en tools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CB2CDF64-7FFE-2262-5CC9-D6AB29B1EA61}"/>
              </a:ext>
            </a:extLst>
          </p:cNvPr>
          <p:cNvSpPr txBox="1"/>
          <p:nvPr/>
        </p:nvSpPr>
        <p:spPr>
          <a:xfrm>
            <a:off x="4141694" y="1573561"/>
            <a:ext cx="4746812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nl-NL" dirty="0" err="1">
                <a:solidFill>
                  <a:schemeClr val="tx2"/>
                </a:solidFill>
              </a:rPr>
              <a:t>vLLM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nodes</a:t>
            </a:r>
            <a:r>
              <a:rPr lang="nl-NL" dirty="0">
                <a:solidFill>
                  <a:schemeClr val="tx2"/>
                </a:solidFill>
              </a:rPr>
              <a:t> buiten én binnen ADP via gateway te gebruiken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Beschikbaar in ADP werkgebieden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Beheer gestroomlijnd – infra as code en monitoring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 err="1">
                <a:solidFill>
                  <a:schemeClr val="tx2"/>
                </a:solidFill>
              </a:rPr>
              <a:t>Completion</a:t>
            </a:r>
            <a:r>
              <a:rPr lang="nl-NL" dirty="0">
                <a:solidFill>
                  <a:schemeClr val="tx2"/>
                </a:solidFill>
              </a:rPr>
              <a:t>, </a:t>
            </a:r>
            <a:r>
              <a:rPr lang="nl-NL" dirty="0" err="1">
                <a:solidFill>
                  <a:schemeClr val="tx2"/>
                </a:solidFill>
              </a:rPr>
              <a:t>embedding</a:t>
            </a:r>
            <a:r>
              <a:rPr lang="nl-NL" dirty="0">
                <a:solidFill>
                  <a:schemeClr val="tx2"/>
                </a:solidFill>
              </a:rPr>
              <a:t>, </a:t>
            </a:r>
            <a:r>
              <a:rPr lang="nl-NL" dirty="0" err="1">
                <a:solidFill>
                  <a:schemeClr val="tx2"/>
                </a:solidFill>
              </a:rPr>
              <a:t>reranking</a:t>
            </a:r>
            <a:r>
              <a:rPr lang="nl-NL" dirty="0">
                <a:solidFill>
                  <a:schemeClr val="tx2"/>
                </a:solidFill>
              </a:rPr>
              <a:t> en OCR modellen beschikbaar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Inzicht in beschikbare capaciteit</a:t>
            </a:r>
          </a:p>
        </p:txBody>
      </p:sp>
      <p:pic>
        <p:nvPicPr>
          <p:cNvPr id="4" name="Afbeelding 3" descr="Afbeelding met schermopname, tekenfilm, ontwerp&#10;&#10;Door AI gegenereerde inhoud is mogelijk onjuist.">
            <a:extLst>
              <a:ext uri="{FF2B5EF4-FFF2-40B4-BE49-F238E27FC236}">
                <a16:creationId xmlns:a16="http://schemas.microsoft.com/office/drawing/2014/main" id="{C532E8F0-39EC-4247-31F6-FAFD54038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904" y="2710985"/>
            <a:ext cx="5770778" cy="3246062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22DD74E7-6058-F2A7-CDF0-B2AFD17239C7}"/>
              </a:ext>
            </a:extLst>
          </p:cNvPr>
          <p:cNvSpPr txBox="1"/>
          <p:nvPr/>
        </p:nvSpPr>
        <p:spPr>
          <a:xfrm>
            <a:off x="9965703" y="5177117"/>
            <a:ext cx="1134158" cy="591670"/>
          </a:xfrm>
          <a:prstGeom prst="rect">
            <a:avLst/>
          </a:prstGeom>
          <a:solidFill>
            <a:schemeClr val="bg2"/>
          </a:solidFill>
        </p:spPr>
        <p:txBody>
          <a:bodyPr wrap="none" lIns="180000" tIns="180000" rIns="180000" bIns="180000" rtlCol="0">
            <a:noAutofit/>
          </a:bodyPr>
          <a:lstStyle/>
          <a:p>
            <a:pPr algn="l"/>
            <a:r>
              <a:rPr lang="nl-NL" b="1" dirty="0" err="1">
                <a:solidFill>
                  <a:schemeClr val="tx2"/>
                </a:solidFill>
              </a:rPr>
              <a:t>Jannick</a:t>
            </a:r>
            <a:endParaRPr lang="nl-NL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53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FDEA-2B49-4B8F-5A41-3F17FB43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F020AA6-1124-9FBB-321A-3F2BD135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Status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036451B-7FE9-F31A-C602-9B0E0A0D34A9}"/>
              </a:ext>
            </a:extLst>
          </p:cNvPr>
          <p:cNvSpPr txBox="1"/>
          <p:nvPr/>
        </p:nvSpPr>
        <p:spPr>
          <a:xfrm>
            <a:off x="4141694" y="1573561"/>
            <a:ext cx="4746812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“Proven </a:t>
            </a:r>
            <a:r>
              <a:rPr lang="nl-NL" dirty="0" err="1">
                <a:solidFill>
                  <a:schemeClr val="tx2"/>
                </a:solidFill>
              </a:rPr>
              <a:t>technology</a:t>
            </a:r>
            <a:r>
              <a:rPr lang="nl-NL" dirty="0">
                <a:solidFill>
                  <a:schemeClr val="tx2"/>
                </a:solidFill>
              </a:rPr>
              <a:t>” - toegepast binnen Adrie en GO Ruling assistent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Migratie van </a:t>
            </a:r>
            <a:r>
              <a:rPr lang="nl-NL" dirty="0" err="1">
                <a:solidFill>
                  <a:schemeClr val="tx2"/>
                </a:solidFill>
              </a:rPr>
              <a:t>custom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framework</a:t>
            </a:r>
            <a:r>
              <a:rPr lang="nl-NL" dirty="0">
                <a:solidFill>
                  <a:schemeClr val="tx2"/>
                </a:solidFill>
              </a:rPr>
              <a:t> naar </a:t>
            </a:r>
            <a:r>
              <a:rPr lang="nl-NL" dirty="0" err="1">
                <a:solidFill>
                  <a:schemeClr val="tx2"/>
                </a:solidFill>
              </a:rPr>
              <a:t>pydantic</a:t>
            </a:r>
            <a:r>
              <a:rPr lang="nl-NL" dirty="0">
                <a:solidFill>
                  <a:schemeClr val="tx2"/>
                </a:solidFill>
              </a:rPr>
              <a:t>-ai bijna afgerond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Oplossing voor MCP </a:t>
            </a:r>
            <a:r>
              <a:rPr lang="nl-NL" dirty="0" err="1">
                <a:solidFill>
                  <a:schemeClr val="tx2"/>
                </a:solidFill>
              </a:rPr>
              <a:t>authorisatie</a:t>
            </a:r>
            <a:r>
              <a:rPr lang="nl-NL" dirty="0">
                <a:solidFill>
                  <a:schemeClr val="tx2"/>
                </a:solidFill>
              </a:rPr>
              <a:t> flow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MCP tools beschikbaar voor diverse binnen organisatie gebruikte systemen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Bijna op verzoek beschikbaar in ADP werkgebieden</a:t>
            </a: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12A9AABF-5440-3722-2C45-7BC6F88EC250}"/>
              </a:ext>
            </a:extLst>
          </p:cNvPr>
          <p:cNvSpPr/>
          <p:nvPr/>
        </p:nvSpPr>
        <p:spPr>
          <a:xfrm>
            <a:off x="685707" y="2399808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assistent</a:t>
            </a:r>
          </a:p>
        </p:txBody>
      </p:sp>
      <p:pic>
        <p:nvPicPr>
          <p:cNvPr id="6" name="Afbeelding 5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F53F006F-B7C1-BF09-D87D-202C883E78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2101" y="1596990"/>
            <a:ext cx="812800" cy="81280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1C20E6E4-B35D-E063-9314-EA1F23F9EA48}"/>
              </a:ext>
            </a:extLst>
          </p:cNvPr>
          <p:cNvSpPr txBox="1"/>
          <p:nvPr/>
        </p:nvSpPr>
        <p:spPr>
          <a:xfrm>
            <a:off x="685707" y="4555087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Interactieve toegang tot bedrijfskennis en gekoppelde systemen</a:t>
            </a:r>
          </a:p>
        </p:txBody>
      </p:sp>
      <p:pic>
        <p:nvPicPr>
          <p:cNvPr id="10" name="Afbeelding 9" descr="Afbeelding met tekenfilm, kunst&#10;&#10;Door AI gegenereerde inhoud is mogelijk onjuist.">
            <a:extLst>
              <a:ext uri="{FF2B5EF4-FFF2-40B4-BE49-F238E27FC236}">
                <a16:creationId xmlns:a16="http://schemas.microsoft.com/office/drawing/2014/main" id="{354E2679-9259-1EBD-7E28-6ABE7C2CE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905" y="3273518"/>
            <a:ext cx="4746812" cy="267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6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807B-B726-0CD3-D03F-960AD3EF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88A9153-948A-2C46-6C4B-29A53D05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Status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607F138-418C-A4EA-E01A-3EAF4BE7BA0B}"/>
              </a:ext>
            </a:extLst>
          </p:cNvPr>
          <p:cNvSpPr txBox="1"/>
          <p:nvPr/>
        </p:nvSpPr>
        <p:spPr>
          <a:xfrm>
            <a:off x="4141694" y="1573561"/>
            <a:ext cx="4746812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Keuze voor </a:t>
            </a:r>
            <a:r>
              <a:rPr lang="nl-NL" dirty="0" err="1">
                <a:solidFill>
                  <a:schemeClr val="tx2"/>
                </a:solidFill>
              </a:rPr>
              <a:t>orchestratie-framework</a:t>
            </a:r>
            <a:r>
              <a:rPr lang="nl-NL" dirty="0">
                <a:solidFill>
                  <a:schemeClr val="tx2"/>
                </a:solidFill>
              </a:rPr>
              <a:t> </a:t>
            </a:r>
            <a:r>
              <a:rPr lang="nl-NL" dirty="0" err="1">
                <a:solidFill>
                  <a:schemeClr val="tx2"/>
                </a:solidFill>
              </a:rPr>
              <a:t>Temporal</a:t>
            </a: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Bij gebrek aan beter in huidige implementaties IECD ingezet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509E3E5A-02D6-B835-CCC7-AE07D2CBF8A3}"/>
              </a:ext>
            </a:extLst>
          </p:cNvPr>
          <p:cNvSpPr/>
          <p:nvPr/>
        </p:nvSpPr>
        <p:spPr>
          <a:xfrm>
            <a:off x="685707" y="2386361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</a:t>
            </a:r>
            <a:r>
              <a:rPr lang="nl-NL" b="1" dirty="0" err="1">
                <a:solidFill>
                  <a:schemeClr val="tx2"/>
                </a:solidFill>
              </a:rPr>
              <a:t>workflows</a:t>
            </a:r>
            <a:endParaRPr lang="nl-NL" b="1" dirty="0">
              <a:solidFill>
                <a:schemeClr val="tx2"/>
              </a:solidFill>
            </a:endParaRPr>
          </a:p>
        </p:txBody>
      </p:sp>
      <p:pic>
        <p:nvPicPr>
          <p:cNvPr id="8" name="Afbeelding 7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5BA6C701-9809-3367-055C-65DB29FC44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2101" y="1654243"/>
            <a:ext cx="812800" cy="8128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CF353087-10F6-E5E4-3D81-D49147259253}"/>
              </a:ext>
            </a:extLst>
          </p:cNvPr>
          <p:cNvSpPr txBox="1"/>
          <p:nvPr/>
        </p:nvSpPr>
        <p:spPr>
          <a:xfrm>
            <a:off x="685707" y="4504764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 err="1">
                <a:solidFill>
                  <a:schemeClr val="tx2"/>
                </a:solidFill>
              </a:rPr>
              <a:t>Georchestreerde</a:t>
            </a:r>
            <a:r>
              <a:rPr lang="nl-NL" sz="1600" i="1" dirty="0">
                <a:solidFill>
                  <a:schemeClr val="tx2"/>
                </a:solidFill>
              </a:rPr>
              <a:t> uitvoering van AI-taken en datastromen</a:t>
            </a:r>
          </a:p>
        </p:txBody>
      </p:sp>
      <p:pic>
        <p:nvPicPr>
          <p:cNvPr id="12" name="Afbeelding 11" descr="Afbeelding met kleding, person, meubels, stoel&#10;&#10;Door AI gegenereerde inhoud is mogelijk onjuist.">
            <a:extLst>
              <a:ext uri="{FF2B5EF4-FFF2-40B4-BE49-F238E27FC236}">
                <a16:creationId xmlns:a16="http://schemas.microsoft.com/office/drawing/2014/main" id="{E831DFED-BD3F-F3BE-39C4-DF396BD0B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882" y="4400603"/>
            <a:ext cx="2743106" cy="15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3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F170C8E-F82D-582A-EC7E-A2BE17FD46B5}"/>
              </a:ext>
            </a:extLst>
          </p:cNvPr>
          <p:cNvSpPr txBox="1">
            <a:spLocks/>
          </p:cNvSpPr>
          <p:nvPr/>
        </p:nvSpPr>
        <p:spPr>
          <a:xfrm>
            <a:off x="439712" y="423370"/>
            <a:ext cx="10967999" cy="605259"/>
          </a:xfrm>
          <a:prstGeom prst="rect">
            <a:avLst/>
          </a:prstGeom>
        </p:spPr>
        <p:txBody>
          <a:bodyPr/>
          <a:lstStyle>
            <a:lvl1pPr algn="l" defTabSz="2880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/>
              <a:t>Speerpunten Q2</a:t>
            </a:r>
          </a:p>
        </p:txBody>
      </p:sp>
      <p:pic>
        <p:nvPicPr>
          <p:cNvPr id="6" name="Afbeelding 5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07616725-FCEC-B116-2CDB-F45ECE8347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160501" y="2699871"/>
            <a:ext cx="812800" cy="81280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4AD858AF-8359-EFD6-61F6-B872EAAAA9B0}"/>
              </a:ext>
            </a:extLst>
          </p:cNvPr>
          <p:cNvSpPr txBox="1"/>
          <p:nvPr/>
        </p:nvSpPr>
        <p:spPr>
          <a:xfrm>
            <a:off x="4222376" y="2796988"/>
            <a:ext cx="5889811" cy="91440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Autofit/>
          </a:bodyPr>
          <a:lstStyle/>
          <a:p>
            <a:pPr algn="l"/>
            <a:r>
              <a:rPr lang="nl-NL" dirty="0">
                <a:solidFill>
                  <a:schemeClr val="tx2"/>
                </a:solidFill>
              </a:rPr>
              <a:t>Duidelijke en consumeerbare producten</a:t>
            </a: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600" i="1" dirty="0">
                <a:solidFill>
                  <a:schemeClr val="tx2"/>
                </a:solidFill>
              </a:rPr>
              <a:t>Ook duidelijkheid over levermodel(</a:t>
            </a:r>
            <a:r>
              <a:rPr lang="nl-NL" sz="1600" i="1" dirty="0" err="1">
                <a:solidFill>
                  <a:schemeClr val="tx2"/>
                </a:solidFill>
              </a:rPr>
              <a:t>len</a:t>
            </a:r>
            <a:r>
              <a:rPr lang="nl-NL" sz="1600" i="1" dirty="0">
                <a:solidFill>
                  <a:schemeClr val="tx2"/>
                </a:solidFill>
              </a:rPr>
              <a:t>)</a:t>
            </a:r>
          </a:p>
        </p:txBody>
      </p:sp>
      <p:pic>
        <p:nvPicPr>
          <p:cNvPr id="9" name="Afbeelding 8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86CF84B8-8D13-EBFB-1205-FE9CBCE6EE1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8783" y="4229172"/>
            <a:ext cx="812800" cy="812800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64F0CDC5-F54E-A80E-653E-477B347672A7}"/>
              </a:ext>
            </a:extLst>
          </p:cNvPr>
          <p:cNvSpPr txBox="1"/>
          <p:nvPr/>
        </p:nvSpPr>
        <p:spPr>
          <a:xfrm>
            <a:off x="4222375" y="4383741"/>
            <a:ext cx="5889811" cy="91440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Autofit/>
          </a:bodyPr>
          <a:lstStyle/>
          <a:p>
            <a:pPr algn="l"/>
            <a:r>
              <a:rPr lang="nl-NL" dirty="0">
                <a:solidFill>
                  <a:schemeClr val="tx2"/>
                </a:solidFill>
              </a:rPr>
              <a:t>Tempo – snel opleveren iteraties</a:t>
            </a:r>
          </a:p>
        </p:txBody>
      </p:sp>
    </p:spTree>
    <p:extLst>
      <p:ext uri="{BB962C8B-B14F-4D97-AF65-F5344CB8AC3E}">
        <p14:creationId xmlns:p14="http://schemas.microsoft.com/office/powerpoint/2010/main" val="84458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9DD8-984F-BED2-4C4C-2AD21B27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F400D160-CC17-A9B0-B8A4-E880A20E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Speerpunten Q2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2D459537-7B30-280D-9ADD-152F1F6309D6}"/>
              </a:ext>
            </a:extLst>
          </p:cNvPr>
          <p:cNvSpPr/>
          <p:nvPr/>
        </p:nvSpPr>
        <p:spPr>
          <a:xfrm>
            <a:off x="685707" y="2399808"/>
            <a:ext cx="3025588" cy="3557239"/>
          </a:xfrm>
          <a:prstGeom prst="rect">
            <a:avLst/>
          </a:prstGeom>
          <a:solidFill>
            <a:srgbClr val="7DB0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gateway</a:t>
            </a:r>
          </a:p>
        </p:txBody>
      </p:sp>
      <p:pic>
        <p:nvPicPr>
          <p:cNvPr id="25" name="Afbeelding 24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9A80C979-9BFF-AEC6-3468-FF0288EF03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792101" y="1587008"/>
            <a:ext cx="812800" cy="812800"/>
          </a:xfrm>
          <a:prstGeom prst="rect">
            <a:avLst/>
          </a:prstGeom>
        </p:spPr>
      </p:pic>
      <p:sp>
        <p:nvSpPr>
          <p:cNvPr id="32" name="Tekstvak 31">
            <a:extLst>
              <a:ext uri="{FF2B5EF4-FFF2-40B4-BE49-F238E27FC236}">
                <a16:creationId xmlns:a16="http://schemas.microsoft.com/office/drawing/2014/main" id="{32B46059-2751-41BE-445F-C2ECDA976637}"/>
              </a:ext>
            </a:extLst>
          </p:cNvPr>
          <p:cNvSpPr txBox="1"/>
          <p:nvPr/>
        </p:nvSpPr>
        <p:spPr>
          <a:xfrm>
            <a:off x="685707" y="4545106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Centraal en veilig toegangspunt tot alle AI-modellen en tools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1457902-B0F2-9821-6EA9-32B814929481}"/>
              </a:ext>
            </a:extLst>
          </p:cNvPr>
          <p:cNvSpPr txBox="1"/>
          <p:nvPr/>
        </p:nvSpPr>
        <p:spPr>
          <a:xfrm>
            <a:off x="4141694" y="1573561"/>
            <a:ext cx="4746812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Levermodel: enkel als service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dirty="0">
                <a:solidFill>
                  <a:schemeClr val="tx2"/>
                </a:solidFill>
              </a:rPr>
              <a:t>Webapplicatie, </a:t>
            </a:r>
            <a:r>
              <a:rPr lang="nl-NL" dirty="0" err="1">
                <a:solidFill>
                  <a:schemeClr val="tx2"/>
                </a:solidFill>
              </a:rPr>
              <a:t>self-service</a:t>
            </a:r>
            <a:r>
              <a:rPr lang="nl-NL" dirty="0">
                <a:solidFill>
                  <a:schemeClr val="tx2"/>
                </a:solidFill>
              </a:rPr>
              <a:t> beheer van </a:t>
            </a:r>
            <a:r>
              <a:rPr lang="nl-NL" dirty="0" err="1">
                <a:solidFill>
                  <a:schemeClr val="tx2"/>
                </a:solidFill>
              </a:rPr>
              <a:t>api-keys</a:t>
            </a:r>
            <a:endParaRPr lang="nl-NL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97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ACDF-D7AA-5EB7-E5D3-2FFF18F1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5DC90BEB-6B9C-0AB0-D596-C9E3443E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Speerpunten Q2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363BF98-96FC-CD45-B034-7C1A81289FF7}"/>
              </a:ext>
            </a:extLst>
          </p:cNvPr>
          <p:cNvSpPr txBox="1"/>
          <p:nvPr/>
        </p:nvSpPr>
        <p:spPr>
          <a:xfrm>
            <a:off x="4141693" y="1573561"/>
            <a:ext cx="7364600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algn="l"/>
            <a:r>
              <a:rPr lang="nl-NL" sz="1400" b="1" dirty="0">
                <a:solidFill>
                  <a:schemeClr val="tx2"/>
                </a:solidFill>
              </a:rPr>
              <a:t>Meerdere levermodellen:</a:t>
            </a:r>
          </a:p>
          <a:p>
            <a:pPr algn="l"/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Als service: persoonlijke assistent – brede groep kennis laten maken met beschikbare modellen en tools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Als service: </a:t>
            </a:r>
            <a:r>
              <a:rPr lang="nl-NL" sz="1400" dirty="0" err="1">
                <a:solidFill>
                  <a:schemeClr val="tx2"/>
                </a:solidFill>
              </a:rPr>
              <a:t>configurabele</a:t>
            </a:r>
            <a:r>
              <a:rPr lang="nl-NL" sz="1400" dirty="0">
                <a:solidFill>
                  <a:schemeClr val="tx2"/>
                </a:solidFill>
              </a:rPr>
              <a:t> assistent – snel een </a:t>
            </a:r>
            <a:r>
              <a:rPr lang="nl-NL" sz="1400" dirty="0" err="1">
                <a:solidFill>
                  <a:schemeClr val="tx2"/>
                </a:solidFill>
              </a:rPr>
              <a:t>taakspecifiek</a:t>
            </a:r>
            <a:r>
              <a:rPr lang="nl-NL" sz="1400" dirty="0">
                <a:solidFill>
                  <a:schemeClr val="tx2"/>
                </a:solidFill>
              </a:rPr>
              <a:t> assistent aanmaken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Als golden </a:t>
            </a:r>
            <a:r>
              <a:rPr lang="nl-NL" sz="1400" dirty="0" err="1">
                <a:solidFill>
                  <a:schemeClr val="tx2"/>
                </a:solidFill>
              </a:rPr>
              <a:t>path</a:t>
            </a:r>
            <a:r>
              <a:rPr lang="nl-NL" sz="1400" dirty="0">
                <a:solidFill>
                  <a:schemeClr val="tx2"/>
                </a:solidFill>
              </a:rPr>
              <a:t>: images, </a:t>
            </a:r>
            <a:r>
              <a:rPr lang="nl-NL" sz="1400" i="1" dirty="0">
                <a:solidFill>
                  <a:schemeClr val="tx2"/>
                </a:solidFill>
              </a:rPr>
              <a:t>gebruiksvriendelijke </a:t>
            </a:r>
            <a:r>
              <a:rPr lang="nl-NL" sz="1400" dirty="0">
                <a:solidFill>
                  <a:schemeClr val="tx2"/>
                </a:solidFill>
              </a:rPr>
              <a:t>helm </a:t>
            </a:r>
            <a:r>
              <a:rPr lang="nl-NL" sz="1400" dirty="0" err="1">
                <a:solidFill>
                  <a:schemeClr val="tx2"/>
                </a:solidFill>
              </a:rPr>
              <a:t>chart</a:t>
            </a:r>
            <a:r>
              <a:rPr lang="nl-NL" sz="1400" dirty="0">
                <a:solidFill>
                  <a:schemeClr val="tx2"/>
                </a:solidFill>
              </a:rPr>
              <a:t>, documentatie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algn="l"/>
            <a:r>
              <a:rPr lang="nl-NL" sz="1400" b="1" dirty="0">
                <a:solidFill>
                  <a:schemeClr val="tx2"/>
                </a:solidFill>
              </a:rPr>
              <a:t>Next gen </a:t>
            </a:r>
            <a:r>
              <a:rPr lang="nl-NL" sz="1400" b="1" dirty="0" err="1">
                <a:solidFill>
                  <a:schemeClr val="tx2"/>
                </a:solidFill>
              </a:rPr>
              <a:t>frameworks</a:t>
            </a:r>
            <a:r>
              <a:rPr lang="nl-NL" sz="1400" b="1" dirty="0">
                <a:solidFill>
                  <a:schemeClr val="tx2"/>
                </a:solidFill>
              </a:rPr>
              <a:t>/tools/</a:t>
            </a:r>
            <a:r>
              <a:rPr lang="nl-NL" sz="1400" b="1" dirty="0" err="1">
                <a:solidFill>
                  <a:schemeClr val="tx2"/>
                </a:solidFill>
              </a:rPr>
              <a:t>protocols</a:t>
            </a:r>
            <a:endParaRPr lang="nl-NL" sz="1400" b="1" dirty="0">
              <a:solidFill>
                <a:schemeClr val="tx2"/>
              </a:solidFill>
            </a:endParaRPr>
          </a:p>
          <a:p>
            <a:pPr algn="l"/>
            <a:endParaRPr lang="nl-NL" sz="1400" b="1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Backend: van </a:t>
            </a:r>
            <a:r>
              <a:rPr lang="nl-NL" sz="1400" dirty="0" err="1">
                <a:solidFill>
                  <a:schemeClr val="tx2"/>
                </a:solidFill>
              </a:rPr>
              <a:t>custom</a:t>
            </a:r>
            <a:r>
              <a:rPr lang="nl-NL" sz="1400" dirty="0">
                <a:solidFill>
                  <a:schemeClr val="tx2"/>
                </a:solidFill>
              </a:rPr>
              <a:t> code naar </a:t>
            </a:r>
            <a:r>
              <a:rPr lang="nl-NL" sz="1400" dirty="0" err="1">
                <a:solidFill>
                  <a:schemeClr val="tx2"/>
                </a:solidFill>
              </a:rPr>
              <a:t>pydantic</a:t>
            </a:r>
            <a:r>
              <a:rPr lang="nl-NL" sz="1400" dirty="0">
                <a:solidFill>
                  <a:schemeClr val="tx2"/>
                </a:solidFill>
              </a:rPr>
              <a:t>-ai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 err="1">
                <a:solidFill>
                  <a:schemeClr val="tx2"/>
                </a:solidFill>
              </a:rPr>
              <a:t>Frontend</a:t>
            </a:r>
            <a:r>
              <a:rPr lang="nl-NL" sz="1400" dirty="0">
                <a:solidFill>
                  <a:schemeClr val="tx2"/>
                </a:solidFill>
              </a:rPr>
              <a:t>: van </a:t>
            </a:r>
            <a:r>
              <a:rPr lang="nl-NL" sz="1400" dirty="0" err="1">
                <a:solidFill>
                  <a:schemeClr val="tx2"/>
                </a:solidFill>
              </a:rPr>
              <a:t>OpenWebUI</a:t>
            </a:r>
            <a:r>
              <a:rPr lang="nl-NL" sz="1400" dirty="0">
                <a:solidFill>
                  <a:schemeClr val="tx2"/>
                </a:solidFill>
              </a:rPr>
              <a:t> naar </a:t>
            </a:r>
            <a:r>
              <a:rPr lang="nl-NL" sz="1400" dirty="0" err="1">
                <a:solidFill>
                  <a:schemeClr val="tx2"/>
                </a:solidFill>
              </a:rPr>
              <a:t>assistant</a:t>
            </a:r>
            <a:r>
              <a:rPr lang="nl-NL" sz="1400" dirty="0">
                <a:solidFill>
                  <a:schemeClr val="tx2"/>
                </a:solidFill>
              </a:rPr>
              <a:t>-ui voor productie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MCP applicaties in native </a:t>
            </a:r>
            <a:r>
              <a:rPr lang="nl-NL" sz="1400" dirty="0" err="1">
                <a:solidFill>
                  <a:schemeClr val="tx2"/>
                </a:solidFill>
              </a:rPr>
              <a:t>FastMCP</a:t>
            </a:r>
            <a:r>
              <a:rPr lang="nl-NL" sz="1400" dirty="0">
                <a:solidFill>
                  <a:schemeClr val="tx2"/>
                </a:solidFill>
              </a:rPr>
              <a:t> </a:t>
            </a:r>
            <a:r>
              <a:rPr lang="nl-NL" sz="1400" dirty="0" err="1">
                <a:solidFill>
                  <a:schemeClr val="tx2"/>
                </a:solidFill>
              </a:rPr>
              <a:t>ipv</a:t>
            </a:r>
            <a:r>
              <a:rPr lang="nl-NL" sz="1400" dirty="0">
                <a:solidFill>
                  <a:schemeClr val="tx2"/>
                </a:solidFill>
              </a:rPr>
              <a:t> conversie </a:t>
            </a:r>
            <a:r>
              <a:rPr lang="nl-NL" sz="1400" dirty="0" err="1">
                <a:solidFill>
                  <a:schemeClr val="tx2"/>
                </a:solidFill>
              </a:rPr>
              <a:t>FastAPI</a:t>
            </a:r>
            <a:r>
              <a:rPr lang="nl-NL" sz="1400" dirty="0">
                <a:solidFill>
                  <a:schemeClr val="tx2"/>
                </a:solidFill>
              </a:rPr>
              <a:t> REST apps</a:t>
            </a:r>
          </a:p>
          <a:p>
            <a:pPr marL="285750" indent="-285750" algn="l">
              <a:buFont typeface="Wingdings" pitchFamily="2" charset="2"/>
              <a:buChar char="v"/>
            </a:pPr>
            <a:endParaRPr lang="nl-NL" sz="1400" dirty="0">
              <a:solidFill>
                <a:schemeClr val="tx2"/>
              </a:solidFill>
            </a:endParaRPr>
          </a:p>
          <a:p>
            <a:pPr marL="285750" indent="-285750" algn="l">
              <a:buFont typeface="Wingdings" pitchFamily="2" charset="2"/>
              <a:buChar char="v"/>
            </a:pPr>
            <a:r>
              <a:rPr lang="nl-NL" sz="1400" dirty="0">
                <a:solidFill>
                  <a:schemeClr val="tx2"/>
                </a:solidFill>
              </a:rPr>
              <a:t>Van chat </a:t>
            </a:r>
            <a:r>
              <a:rPr lang="nl-NL" sz="1400" dirty="0" err="1">
                <a:solidFill>
                  <a:schemeClr val="tx2"/>
                </a:solidFill>
              </a:rPr>
              <a:t>completions</a:t>
            </a:r>
            <a:r>
              <a:rPr lang="nl-NL" sz="1400" dirty="0">
                <a:solidFill>
                  <a:schemeClr val="tx2"/>
                </a:solidFill>
              </a:rPr>
              <a:t> API voor backend&lt;-&gt;</a:t>
            </a:r>
            <a:r>
              <a:rPr lang="nl-NL" sz="1400" dirty="0" err="1">
                <a:solidFill>
                  <a:schemeClr val="tx2"/>
                </a:solidFill>
              </a:rPr>
              <a:t>frontend</a:t>
            </a:r>
            <a:r>
              <a:rPr lang="nl-NL" sz="1400" dirty="0">
                <a:solidFill>
                  <a:schemeClr val="tx2"/>
                </a:solidFill>
              </a:rPr>
              <a:t> naar </a:t>
            </a:r>
            <a:r>
              <a:rPr lang="nl-NL" sz="1400" dirty="0" err="1">
                <a:solidFill>
                  <a:schemeClr val="tx2"/>
                </a:solidFill>
              </a:rPr>
              <a:t>Vercel</a:t>
            </a:r>
            <a:r>
              <a:rPr lang="nl-NL" sz="1400" dirty="0">
                <a:solidFill>
                  <a:schemeClr val="tx2"/>
                </a:solidFill>
              </a:rPr>
              <a:t>/AG-UI</a:t>
            </a:r>
          </a:p>
          <a:p>
            <a:pPr algn="l"/>
            <a:endParaRPr lang="nl-NL" sz="1400" b="1" dirty="0">
              <a:solidFill>
                <a:schemeClr val="tx2"/>
              </a:solidFill>
            </a:endParaRPr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DF8A8098-0F4B-27DE-51AD-5DDD90A3B18F}"/>
              </a:ext>
            </a:extLst>
          </p:cNvPr>
          <p:cNvSpPr/>
          <p:nvPr/>
        </p:nvSpPr>
        <p:spPr>
          <a:xfrm>
            <a:off x="685707" y="2376379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assistent</a:t>
            </a:r>
          </a:p>
        </p:txBody>
      </p:sp>
      <p:pic>
        <p:nvPicPr>
          <p:cNvPr id="4" name="Afbeelding 3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C46BCE89-83D4-0D43-B0B6-1788A1EE4F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2101" y="1573561"/>
            <a:ext cx="812800" cy="8128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ADF2758C-C4D0-182C-705B-B07AFDB67FE0}"/>
              </a:ext>
            </a:extLst>
          </p:cNvPr>
          <p:cNvSpPr txBox="1"/>
          <p:nvPr/>
        </p:nvSpPr>
        <p:spPr>
          <a:xfrm>
            <a:off x="685707" y="4531658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>
                <a:solidFill>
                  <a:schemeClr val="tx2"/>
                </a:solidFill>
              </a:rPr>
              <a:t>Interactieve toegang tot bedrijfskennis en gekoppelde systemen</a:t>
            </a:r>
          </a:p>
        </p:txBody>
      </p:sp>
    </p:spTree>
    <p:extLst>
      <p:ext uri="{BB962C8B-B14F-4D97-AF65-F5344CB8AC3E}">
        <p14:creationId xmlns:p14="http://schemas.microsoft.com/office/powerpoint/2010/main" val="210280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2A16-1BE0-FB6C-2543-265476FAE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A01B0E60-0B19-B33C-11AB-2A476615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2" y="423370"/>
            <a:ext cx="10967999" cy="605259"/>
          </a:xfrm>
        </p:spPr>
        <p:txBody>
          <a:bodyPr/>
          <a:lstStyle/>
          <a:p>
            <a:r>
              <a:rPr lang="nl-NL" dirty="0"/>
              <a:t>Speerpunten Q2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E40AEA0-052F-BFED-8A1F-BFB42C20EA7D}"/>
              </a:ext>
            </a:extLst>
          </p:cNvPr>
          <p:cNvSpPr txBox="1"/>
          <p:nvPr/>
        </p:nvSpPr>
        <p:spPr>
          <a:xfrm>
            <a:off x="4141693" y="1573561"/>
            <a:ext cx="7364600" cy="4370039"/>
          </a:xfrm>
          <a:prstGeom prst="rect">
            <a:avLst/>
          </a:prstGeom>
          <a:solidFill>
            <a:schemeClr val="bg2"/>
          </a:solidFill>
        </p:spPr>
        <p:txBody>
          <a:bodyPr wrap="square" lIns="180000" tIns="180000" rIns="180000" bIns="180000" rtlCol="0" anchor="ctr">
            <a:noAutofit/>
          </a:bodyPr>
          <a:lstStyle/>
          <a:p>
            <a:pPr algn="l"/>
            <a:r>
              <a:rPr lang="nl-NL" sz="1400" b="1" dirty="0" err="1">
                <a:solidFill>
                  <a:schemeClr val="tx2"/>
                </a:solidFill>
              </a:rPr>
              <a:t>Tbd</a:t>
            </a:r>
            <a:endParaRPr lang="nl-NL" sz="1400" dirty="0">
              <a:solidFill>
                <a:schemeClr val="tx2"/>
              </a:solidFill>
            </a:endParaRPr>
          </a:p>
          <a:p>
            <a:pPr algn="l"/>
            <a:endParaRPr lang="nl-NL" sz="1400" b="1" dirty="0">
              <a:solidFill>
                <a:schemeClr val="tx2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7DA7695C-91D6-7FB8-870B-2BC33A133CEE}"/>
              </a:ext>
            </a:extLst>
          </p:cNvPr>
          <p:cNvSpPr/>
          <p:nvPr/>
        </p:nvSpPr>
        <p:spPr>
          <a:xfrm>
            <a:off x="600635" y="2386361"/>
            <a:ext cx="3025588" cy="3557239"/>
          </a:xfrm>
          <a:prstGeom prst="rect">
            <a:avLst/>
          </a:prstGeom>
          <a:solidFill>
            <a:srgbClr val="B6DB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tx2"/>
                </a:solidFill>
              </a:rPr>
              <a:t>AI </a:t>
            </a:r>
            <a:r>
              <a:rPr lang="nl-NL" b="1" dirty="0" err="1">
                <a:solidFill>
                  <a:schemeClr val="tx2"/>
                </a:solidFill>
              </a:rPr>
              <a:t>workflows</a:t>
            </a:r>
            <a:endParaRPr lang="nl-NL" b="1" dirty="0">
              <a:solidFill>
                <a:schemeClr val="tx2"/>
              </a:solidFill>
            </a:endParaRPr>
          </a:p>
        </p:txBody>
      </p:sp>
      <p:pic>
        <p:nvPicPr>
          <p:cNvPr id="8" name="Afbeelding 7" descr="Afbeelding met zwart, duisternis&#10;&#10;Door AI gegenereerde inhoud is mogelijk onjuist.">
            <a:extLst>
              <a:ext uri="{FF2B5EF4-FFF2-40B4-BE49-F238E27FC236}">
                <a16:creationId xmlns:a16="http://schemas.microsoft.com/office/drawing/2014/main" id="{8E8AE6C7-1D16-7D91-A3CC-D48E2FDD55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7029" y="1654243"/>
            <a:ext cx="812800" cy="8128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01DEE26-052C-8DA9-5F00-C7BD7716E934}"/>
              </a:ext>
            </a:extLst>
          </p:cNvPr>
          <p:cNvSpPr txBox="1"/>
          <p:nvPr/>
        </p:nvSpPr>
        <p:spPr>
          <a:xfrm>
            <a:off x="600635" y="4504764"/>
            <a:ext cx="3025588" cy="1290917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ctr"/>
            <a:r>
              <a:rPr lang="nl-NL" sz="1600" i="1" dirty="0" err="1">
                <a:solidFill>
                  <a:schemeClr val="tx2"/>
                </a:solidFill>
              </a:rPr>
              <a:t>Georchestreerde</a:t>
            </a:r>
            <a:r>
              <a:rPr lang="nl-NL" sz="1600" i="1" dirty="0">
                <a:solidFill>
                  <a:schemeClr val="tx2"/>
                </a:solidFill>
              </a:rPr>
              <a:t> uitvoering van AI-taken en datastromen</a:t>
            </a:r>
          </a:p>
        </p:txBody>
      </p:sp>
    </p:spTree>
    <p:extLst>
      <p:ext uri="{BB962C8B-B14F-4D97-AF65-F5344CB8AC3E}">
        <p14:creationId xmlns:p14="http://schemas.microsoft.com/office/powerpoint/2010/main" val="17789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astindienst PPT">
      <a:dk1>
        <a:srgbClr val="000000"/>
      </a:dk1>
      <a:lt1>
        <a:srgbClr val="FFFFFF"/>
      </a:lt1>
      <a:dk2>
        <a:srgbClr val="154273"/>
      </a:dk2>
      <a:lt2>
        <a:srgbClr val="DDEFF8"/>
      </a:lt2>
      <a:accent1>
        <a:srgbClr val="8FCAE7"/>
      </a:accent1>
      <a:accent2>
        <a:srgbClr val="DDEFF8"/>
      </a:accent2>
      <a:accent3>
        <a:srgbClr val="154273"/>
      </a:accent3>
      <a:accent4>
        <a:srgbClr val="B6DDEF"/>
      </a:accent4>
      <a:accent5>
        <a:srgbClr val="A90061"/>
      </a:accent5>
      <a:accent6>
        <a:srgbClr val="E17000"/>
      </a:accent6>
      <a:hlink>
        <a:srgbClr val="154273"/>
      </a:hlink>
      <a:folHlink>
        <a:srgbClr val="154273"/>
      </a:folHlink>
    </a:clrScheme>
    <a:fontScheme name="Belastingdienst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2"/>
        </a:solidFill>
      </a:spPr>
      <a:bodyPr wrap="square" lIns="180000" tIns="180000" rIns="180000" bIns="180000" rtlCol="0">
        <a:noAutofit/>
      </a:bodyPr>
      <a:lstStyle>
        <a:defPPr algn="l">
          <a:defRPr dirty="0"/>
        </a:defPPr>
      </a:lstStyle>
    </a:txDef>
  </a:objectDefaults>
  <a:extraClrSchemeLst/>
  <a:custClrLst>
    <a:custClr name="BD Donkerblauw">
      <a:srgbClr val="01689B"/>
    </a:custClr>
    <a:custClr name="BD Donkergeel">
      <a:srgbClr val="FFB61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2924</TotalTime>
  <Words>307</Words>
  <Application>Microsoft Macintosh PowerPoint</Application>
  <PresentationFormat>Breedbeeld</PresentationFormat>
  <Paragraphs>75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Arial</vt:lpstr>
      <vt:lpstr>RijksoverheidSansWebText Bold</vt:lpstr>
      <vt:lpstr>RijksoverheidSansWebText Regula</vt:lpstr>
      <vt:lpstr>Wingdings</vt:lpstr>
      <vt:lpstr>Office Theme</vt:lpstr>
      <vt:lpstr>Product team</vt:lpstr>
      <vt:lpstr>Producten</vt:lpstr>
      <vt:lpstr>Status</vt:lpstr>
      <vt:lpstr>Status</vt:lpstr>
      <vt:lpstr>Status</vt:lpstr>
      <vt:lpstr>PowerPoint-presentatie</vt:lpstr>
      <vt:lpstr>Speerpunten Q2</vt:lpstr>
      <vt:lpstr>Speerpunten Q2</vt:lpstr>
      <vt:lpstr>Speerpunten Q2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E.P.J. Kneppers</dc:creator>
  <cp:lastModifiedBy>Erik E.P.J. Kneppers</cp:lastModifiedBy>
  <cp:revision>6</cp:revision>
  <dcterms:created xsi:type="dcterms:W3CDTF">2026-03-02T21:28:26Z</dcterms:created>
  <dcterms:modified xsi:type="dcterms:W3CDTF">2026-03-05T07:09:14Z</dcterms:modified>
</cp:coreProperties>
</file>